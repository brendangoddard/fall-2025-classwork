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7"/>
  </p:notesMasterIdLst>
  <p:sldIdLst>
    <p:sldId id="256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19"/>
    <p:restoredTop sz="93925" autoAdjust="0"/>
  </p:normalViewPr>
  <p:slideViewPr>
    <p:cSldViewPr>
      <p:cViewPr varScale="1">
        <p:scale>
          <a:sx n="68" d="100"/>
          <a:sy n="68" d="100"/>
        </p:scale>
        <p:origin x="706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6CE69-9B83-4BFC-967F-F01EDBEF49C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7F05A-124D-4761-92CF-CA0E7A978E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379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8DA16-FD16-4173-8CC5-9DB57A23929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2874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07E8FC-8A49-467F-942D-1712E8535D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710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F41CDF-F84C-41C9-B109-D429D091FEA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28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8A8C33-874C-4BE2-BAA6-BE93F307D79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2576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5A2EA6-624B-4CD5-93C8-EC6078B671C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43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4BA877-4397-495E-9EB4-B8A2977CFF6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3516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4A31AE-9F69-4386-AF6A-D260991CDCF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86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2438C5-90CE-46D1-AB56-B592004B368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167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A90396-179D-4D06-8B01-628F5A0F602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54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746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627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2283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158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122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75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2A8605-3C4F-48C9-A0F4-8CC7D044C30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9622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BCC32-4A67-4B07-BDB9-BB86CED87E9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810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51E4AEC1-ED9B-4DE4-984E-96DE4A1D95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46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19100" y="4448400"/>
            <a:ext cx="11353800" cy="164149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8800" dirty="0"/>
              <a:t>Week 11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sz="2800" dirty="0"/>
              <a:t>Info5126 : </a:t>
            </a:r>
          </a:p>
          <a:p>
            <a:pPr eaLnBrk="1" hangingPunct="1">
              <a:defRPr/>
            </a:pPr>
            <a:r>
              <a:rPr lang="en-CA" sz="2800" dirty="0"/>
              <a:t>Mobile Development Advanced</a:t>
            </a: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6D73BD-7358-5F46-5112-9A2739E07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37905-8D88-183A-437F-36A849BBD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Today – Nov 24 or 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ABA4A-BBBA-F219-C06B-6ABF615BF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MVVM combined with Coroutines</a:t>
            </a:r>
          </a:p>
          <a:p>
            <a:r>
              <a:rPr lang="en-CA" dirty="0"/>
              <a:t>MVVM asynchronous results</a:t>
            </a:r>
          </a:p>
          <a:p>
            <a:r>
              <a:rPr lang="en-CA" dirty="0"/>
              <a:t>Quiz 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2D960-313B-A0D7-60FF-40F738E6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</p:spTree>
    <p:extLst>
      <p:ext uri="{BB962C8B-B14F-4D97-AF65-F5344CB8AC3E}">
        <p14:creationId xmlns:p14="http://schemas.microsoft.com/office/powerpoint/2010/main" val="234633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EA7E-0359-2AF1-2AE3-1593ACDE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Dec 1 or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8B1BA-13B7-3B63-F3FD-DD8349C13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Working class:    I’ll be in class to help any that are having problems with their final project.   Others who don’t need help, may work at home.    Work on your final project due Dec. 7 at midnight.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AC6D9-B84C-97A6-7F07-F17F5F1D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</p:spTree>
    <p:extLst>
      <p:ext uri="{BB962C8B-B14F-4D97-AF65-F5344CB8AC3E}">
        <p14:creationId xmlns:p14="http://schemas.microsoft.com/office/powerpoint/2010/main" val="1788195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913F-4D05-0A8F-F091-92F1F2F3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Dec 8 or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F9A6C-F139-FC71-C11C-C34EFFFFF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Review for final exam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09ADF-28C6-23F1-4C46-76BE7602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</p:spTree>
    <p:extLst>
      <p:ext uri="{BB962C8B-B14F-4D97-AF65-F5344CB8AC3E}">
        <p14:creationId xmlns:p14="http://schemas.microsoft.com/office/powerpoint/2010/main" val="125486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C406-AEBD-D94E-9DE3-5C4AC762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Dec 18,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8043F-6BA9-CB77-8BE0-F31D46BCE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Final Exam</a:t>
            </a:r>
          </a:p>
          <a:p>
            <a:r>
              <a:rPr lang="en-CA" dirty="0"/>
              <a:t>Come 20 minutes early.   Will take a class picture right at 9:45am.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72FCA2-9851-C793-3B94-2FF04412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L Wong                              INFO 5126</a:t>
            </a:r>
          </a:p>
        </p:txBody>
      </p:sp>
    </p:spTree>
    <p:extLst>
      <p:ext uri="{BB962C8B-B14F-4D97-AF65-F5344CB8AC3E}">
        <p14:creationId xmlns:p14="http://schemas.microsoft.com/office/powerpoint/2010/main" val="128060866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B4B4B"/>
      </a:dk2>
      <a:lt2>
        <a:srgbClr val="8ED5C1"/>
      </a:lt2>
      <a:accent1>
        <a:srgbClr val="73CBB2"/>
      </a:accent1>
      <a:accent2>
        <a:srgbClr val="AACD5B"/>
      </a:accent2>
      <a:accent3>
        <a:srgbClr val="65A9E1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47428100-C732-4B2E-A30A-5273F581A0F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5866</TotalTime>
  <Words>116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Corbel</vt:lpstr>
      <vt:lpstr>Depth</vt:lpstr>
      <vt:lpstr>Week 11</vt:lpstr>
      <vt:lpstr>Today – Nov 24 or 25</vt:lpstr>
      <vt:lpstr>Dec 1 or 2</vt:lpstr>
      <vt:lpstr>Dec 8 or 9</vt:lpstr>
      <vt:lpstr>Dec 18, 2025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Herve</dc:creator>
  <cp:lastModifiedBy>Wong, Lianne</cp:lastModifiedBy>
  <cp:revision>779</cp:revision>
  <dcterms:created xsi:type="dcterms:W3CDTF">2014-11-09T01:10:48Z</dcterms:created>
  <dcterms:modified xsi:type="dcterms:W3CDTF">2025-11-24T14:39:17Z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7bbe84-2447-47ed-9f95-d9c34bc076ba_Enabled">
    <vt:lpwstr>true</vt:lpwstr>
  </property>
  <property fmtid="{D5CDD505-2E9C-101B-9397-08002B2CF9AE}" pid="3" name="MSIP_Label_b07bbe84-2447-47ed-9f95-d9c34bc076ba_SetDate">
    <vt:lpwstr>2022-05-14T20:47:04Z</vt:lpwstr>
  </property>
  <property fmtid="{D5CDD505-2E9C-101B-9397-08002B2CF9AE}" pid="4" name="MSIP_Label_b07bbe84-2447-47ed-9f95-d9c34bc076ba_Method">
    <vt:lpwstr>Standard</vt:lpwstr>
  </property>
  <property fmtid="{D5CDD505-2E9C-101B-9397-08002B2CF9AE}" pid="5" name="MSIP_Label_b07bbe84-2447-47ed-9f95-d9c34bc076ba_Name">
    <vt:lpwstr>Confidential</vt:lpwstr>
  </property>
  <property fmtid="{D5CDD505-2E9C-101B-9397-08002B2CF9AE}" pid="6" name="MSIP_Label_b07bbe84-2447-47ed-9f95-d9c34bc076ba_SiteId">
    <vt:lpwstr>633f3069-d670-4419-9fee-2ab4251c88ee</vt:lpwstr>
  </property>
  <property fmtid="{D5CDD505-2E9C-101B-9397-08002B2CF9AE}" pid="7" name="MSIP_Label_b07bbe84-2447-47ed-9f95-d9c34bc076ba_ActionId">
    <vt:lpwstr>9850493f-0a82-4618-949a-9a60d0ab3445</vt:lpwstr>
  </property>
  <property fmtid="{D5CDD505-2E9C-101B-9397-08002B2CF9AE}" pid="8" name="MSIP_Label_b07bbe84-2447-47ed-9f95-d9c34bc076ba_ContentBits">
    <vt:lpwstr>0</vt:lpwstr>
  </property>
</Properties>
</file>