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13"/>
  </p:notesMasterIdLst>
  <p:sldIdLst>
    <p:sldId id="337" r:id="rId2"/>
    <p:sldId id="341" r:id="rId3"/>
    <p:sldId id="280" r:id="rId4"/>
    <p:sldId id="344" r:id="rId5"/>
    <p:sldId id="343" r:id="rId6"/>
    <p:sldId id="345" r:id="rId7"/>
    <p:sldId id="346" r:id="rId8"/>
    <p:sldId id="282" r:id="rId9"/>
    <p:sldId id="342" r:id="rId10"/>
    <p:sldId id="286" r:id="rId11"/>
    <p:sldId id="291"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62" autoAdjust="0"/>
    <p:restoredTop sz="86415" autoAdjust="0"/>
  </p:normalViewPr>
  <p:slideViewPr>
    <p:cSldViewPr>
      <p:cViewPr varScale="1">
        <p:scale>
          <a:sx n="45" d="100"/>
          <a:sy n="45" d="100"/>
        </p:scale>
        <p:origin x="60" y="363"/>
      </p:cViewPr>
      <p:guideLst>
        <p:guide orient="horz" pos="2160"/>
        <p:guide pos="3840"/>
      </p:guideLst>
    </p:cSldViewPr>
  </p:slideViewPr>
  <p:outlineViewPr>
    <p:cViewPr>
      <p:scale>
        <a:sx n="33" d="100"/>
        <a:sy n="33" d="100"/>
      </p:scale>
      <p:origin x="0" y="-2031"/>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86CE69-9B83-4BFC-967F-F01EDBEF49C8}" type="datetimeFigureOut">
              <a:rPr lang="en-CA" smtClean="0"/>
              <a:t>2025-10-04</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7F05A-124D-4761-92CF-CA0E7A978E73}" type="slidenum">
              <a:rPr lang="en-CA" smtClean="0"/>
              <a:t>‹#›</a:t>
            </a:fld>
            <a:endParaRPr lang="en-CA"/>
          </a:p>
        </p:txBody>
      </p:sp>
    </p:spTree>
    <p:extLst>
      <p:ext uri="{BB962C8B-B14F-4D97-AF65-F5344CB8AC3E}">
        <p14:creationId xmlns:p14="http://schemas.microsoft.com/office/powerpoint/2010/main" val="1443793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0">
                      <a:schemeClr val="tx1"/>
                    </a:gs>
                    <a:gs pos="68000">
                      <a:srgbClr val="F1F1F1"/>
                    </a:gs>
                    <a:gs pos="100000">
                      <a:schemeClr val="bg1">
                        <a:lumMod val="11000"/>
                        <a:lumOff val="89000"/>
                      </a:schemeClr>
                    </a:gs>
                  </a:gsLst>
                  <a:lin ang="5400000" scaled="1"/>
                  <a:tileRect/>
                </a:gradFill>
                <a:effectLst>
                  <a:outerShdw blurRad="469900" dist="342900" dir="5400000" sy="-20000" rotWithShape="0">
                    <a:prstClr val="black">
                      <a:alpha val="66000"/>
                    </a:prstClr>
                  </a:outerShdw>
                </a:effectLst>
              </a:defRPr>
            </a:lvl1pPr>
          </a:lstStyle>
          <a:p>
            <a:pPr lvl="0" algn="r"/>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vert="horz" lIns="91440" tIns="45720" rIns="91440" bIns="45720" rtlCol="0"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stStyle>
          <a:p>
            <a:pPr marL="0" lvl="0" indent="0" algn="r">
              <a:buNone/>
            </a:pPr>
            <a:r>
              <a:rPr lang="en-US"/>
              <a:t>Click to edit Master subtitle style</a:t>
            </a:r>
            <a:endParaRPr lang="en-US" dirty="0"/>
          </a:p>
        </p:txBody>
      </p:sp>
      <p:sp>
        <p:nvSpPr>
          <p:cNvPr id="7" name="Date Placeholder 6"/>
          <p:cNvSpPr>
            <a:spLocks noGrp="1"/>
          </p:cNvSpPr>
          <p:nvPr>
            <p:ph type="dt" sz="half" idx="10"/>
          </p:nvPr>
        </p:nvSpPr>
        <p:spPr/>
        <p:txBody>
          <a:bodyPr/>
          <a:lstStyle/>
          <a:p>
            <a:pPr>
              <a:defRPr/>
            </a:pPr>
            <a:endParaRPr lang="en-US" altLang="en-US"/>
          </a:p>
        </p:txBody>
      </p:sp>
      <p:sp>
        <p:nvSpPr>
          <p:cNvPr id="8" name="Footer Placeholder 7"/>
          <p:cNvSpPr>
            <a:spLocks noGrp="1"/>
          </p:cNvSpPr>
          <p:nvPr>
            <p:ph type="ftr" sz="quarter" idx="11"/>
          </p:nvPr>
        </p:nvSpPr>
        <p:spPr/>
        <p:txBody>
          <a:bodyPr/>
          <a:lstStyle/>
          <a:p>
            <a:pPr>
              <a:defRPr/>
            </a:pPr>
            <a:r>
              <a:rPr lang="en-US" altLang="en-US"/>
              <a:t>L Wong                              INFO 6124</a:t>
            </a:r>
          </a:p>
        </p:txBody>
      </p:sp>
      <p:sp>
        <p:nvSpPr>
          <p:cNvPr id="9" name="Slide Number Placeholder 8"/>
          <p:cNvSpPr>
            <a:spLocks noGrp="1"/>
          </p:cNvSpPr>
          <p:nvPr>
            <p:ph type="sldNum" sz="quarter" idx="12"/>
          </p:nvPr>
        </p:nvSpPr>
        <p:spPr/>
        <p:txBody>
          <a:bodyPr/>
          <a:lstStyle/>
          <a:p>
            <a:pPr>
              <a:defRPr/>
            </a:pPr>
            <a:fld id="{F5E8DA16-FD16-4173-8CC5-9DB57A23929B}" type="slidenum">
              <a:rPr lang="en-US" altLang="en-US" smtClean="0"/>
              <a:pPr>
                <a:defRPr/>
              </a:pPr>
              <a:t>‹#›</a:t>
            </a:fld>
            <a:endParaRPr lang="en-US" altLang="en-US"/>
          </a:p>
        </p:txBody>
      </p:sp>
    </p:spTree>
    <p:extLst>
      <p:ext uri="{BB962C8B-B14F-4D97-AF65-F5344CB8AC3E}">
        <p14:creationId xmlns:p14="http://schemas.microsoft.com/office/powerpoint/2010/main" val="2002874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L Wong                              INFO 6124</a:t>
            </a:r>
          </a:p>
        </p:txBody>
      </p:sp>
      <p:sp>
        <p:nvSpPr>
          <p:cNvPr id="6" name="Slide Number Placeholder 5"/>
          <p:cNvSpPr>
            <a:spLocks noGrp="1"/>
          </p:cNvSpPr>
          <p:nvPr>
            <p:ph type="sldNum" sz="quarter" idx="12"/>
          </p:nvPr>
        </p:nvSpPr>
        <p:spPr/>
        <p:txBody>
          <a:bodyPr/>
          <a:lstStyle/>
          <a:p>
            <a:pPr>
              <a:defRPr/>
            </a:pPr>
            <a:fld id="{9007E8FC-8A49-467F-942D-1712E8535D4B}" type="slidenum">
              <a:rPr lang="en-US" altLang="en-US" smtClean="0"/>
              <a:pPr>
                <a:defRPr/>
              </a:pPr>
              <a:t>‹#›</a:t>
            </a:fld>
            <a:endParaRPr lang="en-US" altLang="en-US"/>
          </a:p>
        </p:txBody>
      </p:sp>
    </p:spTree>
    <p:extLst>
      <p:ext uri="{BB962C8B-B14F-4D97-AF65-F5344CB8AC3E}">
        <p14:creationId xmlns:p14="http://schemas.microsoft.com/office/powerpoint/2010/main" val="1607109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32000"/>
                        <a:lumOff val="68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L Wong                              INFO 6124</a:t>
            </a:r>
          </a:p>
        </p:txBody>
      </p:sp>
      <p:sp>
        <p:nvSpPr>
          <p:cNvPr id="6" name="Slide Number Placeholder 5"/>
          <p:cNvSpPr>
            <a:spLocks noGrp="1"/>
          </p:cNvSpPr>
          <p:nvPr>
            <p:ph type="sldNum" sz="quarter" idx="12"/>
          </p:nvPr>
        </p:nvSpPr>
        <p:spPr/>
        <p:txBody>
          <a:bodyPr/>
          <a:lstStyle/>
          <a:p>
            <a:pPr>
              <a:defRPr/>
            </a:pPr>
            <a:fld id="{2EF41CDF-F84C-41C9-B109-D429D091FEA6}" type="slidenum">
              <a:rPr lang="en-US" altLang="en-US" smtClean="0"/>
              <a:pPr>
                <a:defRPr/>
              </a:pPr>
              <a:t>‹#›</a:t>
            </a:fld>
            <a:endParaRPr lang="en-US" altLang="en-US"/>
          </a:p>
        </p:txBody>
      </p:sp>
    </p:spTree>
    <p:extLst>
      <p:ext uri="{BB962C8B-B14F-4D97-AF65-F5344CB8AC3E}">
        <p14:creationId xmlns:p14="http://schemas.microsoft.com/office/powerpoint/2010/main" val="3745280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L Wong                              INFO 6124</a:t>
            </a:r>
          </a:p>
        </p:txBody>
      </p:sp>
      <p:sp>
        <p:nvSpPr>
          <p:cNvPr id="7" name="Slide Number Placeholder 6"/>
          <p:cNvSpPr>
            <a:spLocks noGrp="1"/>
          </p:cNvSpPr>
          <p:nvPr>
            <p:ph type="sldNum" sz="quarter" idx="12"/>
          </p:nvPr>
        </p:nvSpPr>
        <p:spPr/>
        <p:txBody>
          <a:bodyPr/>
          <a:lstStyle/>
          <a:p>
            <a:pPr>
              <a:defRPr/>
            </a:pPr>
            <a:fld id="{198A8C33-874C-4BE2-BAA6-BE93F307D79F}" type="slidenum">
              <a:rPr lang="en-US" altLang="en-US" smtClean="0"/>
              <a:pPr>
                <a:defRPr/>
              </a:pPr>
              <a:t>‹#›</a:t>
            </a:fld>
            <a:endParaRPr lang="en-US" altLang="en-US"/>
          </a:p>
        </p:txBody>
      </p:sp>
    </p:spTree>
    <p:extLst>
      <p:ext uri="{BB962C8B-B14F-4D97-AF65-F5344CB8AC3E}">
        <p14:creationId xmlns:p14="http://schemas.microsoft.com/office/powerpoint/2010/main" val="2662576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ltLang="en-US"/>
          </a:p>
        </p:txBody>
      </p:sp>
      <p:sp>
        <p:nvSpPr>
          <p:cNvPr id="8" name="Footer Placeholder 7"/>
          <p:cNvSpPr>
            <a:spLocks noGrp="1"/>
          </p:cNvSpPr>
          <p:nvPr>
            <p:ph type="ftr" sz="quarter" idx="11"/>
          </p:nvPr>
        </p:nvSpPr>
        <p:spPr/>
        <p:txBody>
          <a:bodyPr/>
          <a:lstStyle/>
          <a:p>
            <a:pPr>
              <a:defRPr/>
            </a:pPr>
            <a:r>
              <a:rPr lang="en-US" altLang="en-US"/>
              <a:t>L Wong                              INFO 6124</a:t>
            </a:r>
          </a:p>
        </p:txBody>
      </p:sp>
      <p:sp>
        <p:nvSpPr>
          <p:cNvPr id="9" name="Slide Number Placeholder 8"/>
          <p:cNvSpPr>
            <a:spLocks noGrp="1"/>
          </p:cNvSpPr>
          <p:nvPr>
            <p:ph type="sldNum" sz="quarter" idx="12"/>
          </p:nvPr>
        </p:nvSpPr>
        <p:spPr/>
        <p:txBody>
          <a:bodyPr/>
          <a:lstStyle/>
          <a:p>
            <a:pPr>
              <a:defRPr/>
            </a:pPr>
            <a:fld id="{995A2EA6-624B-4CD5-93C8-EC6078B671C5}" type="slidenum">
              <a:rPr lang="en-US" altLang="en-US" smtClean="0"/>
              <a:pPr>
                <a:defRPr/>
              </a:pPr>
              <a:t>‹#›</a:t>
            </a:fld>
            <a:endParaRPr lang="en-US" altLang="en-US"/>
          </a:p>
        </p:txBody>
      </p:sp>
    </p:spTree>
    <p:extLst>
      <p:ext uri="{BB962C8B-B14F-4D97-AF65-F5344CB8AC3E}">
        <p14:creationId xmlns:p14="http://schemas.microsoft.com/office/powerpoint/2010/main" val="3756437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r>
              <a:rPr lang="en-US" altLang="en-US"/>
              <a:t>L Wong                              INFO 6124</a:t>
            </a:r>
          </a:p>
        </p:txBody>
      </p:sp>
      <p:sp>
        <p:nvSpPr>
          <p:cNvPr id="5" name="Slide Number Placeholder 4"/>
          <p:cNvSpPr>
            <a:spLocks noGrp="1"/>
          </p:cNvSpPr>
          <p:nvPr>
            <p:ph type="sldNum" sz="quarter" idx="12"/>
          </p:nvPr>
        </p:nvSpPr>
        <p:spPr/>
        <p:txBody>
          <a:bodyPr/>
          <a:lstStyle/>
          <a:p>
            <a:pPr>
              <a:defRPr/>
            </a:pPr>
            <a:fld id="{414BA877-4397-495E-9EB4-B8A2977CFF6E}" type="slidenum">
              <a:rPr lang="en-US" altLang="en-US" smtClean="0"/>
              <a:pPr>
                <a:defRPr/>
              </a:pPr>
              <a:t>‹#›</a:t>
            </a:fld>
            <a:endParaRPr lang="en-US" altLang="en-US"/>
          </a:p>
        </p:txBody>
      </p:sp>
    </p:spTree>
    <p:extLst>
      <p:ext uri="{BB962C8B-B14F-4D97-AF65-F5344CB8AC3E}">
        <p14:creationId xmlns:p14="http://schemas.microsoft.com/office/powerpoint/2010/main" val="1233516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en-US"/>
          </a:p>
        </p:txBody>
      </p:sp>
      <p:sp>
        <p:nvSpPr>
          <p:cNvPr id="3" name="Footer Placeholder 2"/>
          <p:cNvSpPr>
            <a:spLocks noGrp="1"/>
          </p:cNvSpPr>
          <p:nvPr>
            <p:ph type="ftr" sz="quarter" idx="11"/>
          </p:nvPr>
        </p:nvSpPr>
        <p:spPr/>
        <p:txBody>
          <a:bodyPr/>
          <a:lstStyle/>
          <a:p>
            <a:pPr>
              <a:defRPr/>
            </a:pPr>
            <a:r>
              <a:rPr lang="en-US" altLang="en-US"/>
              <a:t>L Wong                              INFO 6124</a:t>
            </a:r>
          </a:p>
        </p:txBody>
      </p:sp>
      <p:sp>
        <p:nvSpPr>
          <p:cNvPr id="4" name="Slide Number Placeholder 3"/>
          <p:cNvSpPr>
            <a:spLocks noGrp="1"/>
          </p:cNvSpPr>
          <p:nvPr>
            <p:ph type="sldNum" sz="quarter" idx="12"/>
          </p:nvPr>
        </p:nvSpPr>
        <p:spPr/>
        <p:txBody>
          <a:bodyPr/>
          <a:lstStyle/>
          <a:p>
            <a:pPr>
              <a:defRPr/>
            </a:pPr>
            <a:fld id="{FE4A31AE-9F69-4386-AF6A-D260991CDCF6}" type="slidenum">
              <a:rPr lang="en-US" altLang="en-US" smtClean="0"/>
              <a:pPr>
                <a:defRPr/>
              </a:pPr>
              <a:t>‹#›</a:t>
            </a:fld>
            <a:endParaRPr lang="en-US" altLang="en-US"/>
          </a:p>
        </p:txBody>
      </p:sp>
    </p:spTree>
    <p:extLst>
      <p:ext uri="{BB962C8B-B14F-4D97-AF65-F5344CB8AC3E}">
        <p14:creationId xmlns:p14="http://schemas.microsoft.com/office/powerpoint/2010/main" val="274864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L Wong                              INFO 6124</a:t>
            </a:r>
          </a:p>
        </p:txBody>
      </p:sp>
      <p:sp>
        <p:nvSpPr>
          <p:cNvPr id="7" name="Slide Number Placeholder 6"/>
          <p:cNvSpPr>
            <a:spLocks noGrp="1"/>
          </p:cNvSpPr>
          <p:nvPr>
            <p:ph type="sldNum" sz="quarter" idx="12"/>
          </p:nvPr>
        </p:nvSpPr>
        <p:spPr/>
        <p:txBody>
          <a:bodyPr/>
          <a:lstStyle/>
          <a:p>
            <a:pPr>
              <a:defRPr/>
            </a:pPr>
            <a:fld id="{B02438C5-90CE-46D1-AB56-B592004B368F}" type="slidenum">
              <a:rPr lang="en-US" altLang="en-US" smtClean="0"/>
              <a:pPr>
                <a:defRPr/>
              </a:pPr>
              <a:t>‹#›</a:t>
            </a:fld>
            <a:endParaRPr lang="en-US" altLang="en-US"/>
          </a:p>
        </p:txBody>
      </p:sp>
    </p:spTree>
    <p:extLst>
      <p:ext uri="{BB962C8B-B14F-4D97-AF65-F5344CB8AC3E}">
        <p14:creationId xmlns:p14="http://schemas.microsoft.com/office/powerpoint/2010/main" val="158167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L Wong                              INFO 6124</a:t>
            </a:r>
          </a:p>
        </p:txBody>
      </p:sp>
      <p:sp>
        <p:nvSpPr>
          <p:cNvPr id="7" name="Slide Number Placeholder 6"/>
          <p:cNvSpPr>
            <a:spLocks noGrp="1"/>
          </p:cNvSpPr>
          <p:nvPr>
            <p:ph type="sldNum" sz="quarter" idx="12"/>
          </p:nvPr>
        </p:nvSpPr>
        <p:spPr/>
        <p:txBody>
          <a:bodyPr/>
          <a:lstStyle/>
          <a:p>
            <a:pPr>
              <a:defRPr/>
            </a:pPr>
            <a:fld id="{24A90396-179D-4D06-8B01-628F5A0F6023}" type="slidenum">
              <a:rPr lang="en-US" altLang="en-US" smtClean="0"/>
              <a:pPr>
                <a:defRPr/>
              </a:pPr>
              <a:t>‹#›</a:t>
            </a:fld>
            <a:endParaRPr lang="en-US" altLang="en-US"/>
          </a:p>
        </p:txBody>
      </p:sp>
    </p:spTree>
    <p:extLst>
      <p:ext uri="{BB962C8B-B14F-4D97-AF65-F5344CB8AC3E}">
        <p14:creationId xmlns:p14="http://schemas.microsoft.com/office/powerpoint/2010/main" val="2909548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L Wong                              INFO 6124</a:t>
            </a:r>
          </a:p>
        </p:txBody>
      </p:sp>
      <p:sp>
        <p:nvSpPr>
          <p:cNvPr id="7" name="Slide Number Placeholder 6"/>
          <p:cNvSpPr>
            <a:spLocks noGrp="1"/>
          </p:cNvSpPr>
          <p:nvPr>
            <p:ph type="sldNum" sz="quarter" idx="12"/>
          </p:nvPr>
        </p:nvSpPr>
        <p:spPr/>
        <p:txBody>
          <a:bodyPr/>
          <a:lstStyle/>
          <a:p>
            <a:pPr>
              <a:defRPr/>
            </a:pPr>
            <a:fld id="{51E4AEC1-ED9B-4DE4-984E-96DE4A1D952D}" type="slidenum">
              <a:rPr lang="en-US" altLang="en-US" smtClean="0"/>
              <a:pPr>
                <a:defRPr/>
              </a:pPr>
              <a:t>‹#›</a:t>
            </a:fld>
            <a:endParaRPr lang="en-US" altLang="en-US"/>
          </a:p>
        </p:txBody>
      </p:sp>
    </p:spTree>
    <p:extLst>
      <p:ext uri="{BB962C8B-B14F-4D97-AF65-F5344CB8AC3E}">
        <p14:creationId xmlns:p14="http://schemas.microsoft.com/office/powerpoint/2010/main" val="2167468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L Wong                              INFO 6124</a:t>
            </a:r>
          </a:p>
        </p:txBody>
      </p:sp>
      <p:sp>
        <p:nvSpPr>
          <p:cNvPr id="7" name="Slide Number Placeholder 6"/>
          <p:cNvSpPr>
            <a:spLocks noGrp="1"/>
          </p:cNvSpPr>
          <p:nvPr>
            <p:ph type="sldNum" sz="quarter" idx="12"/>
          </p:nvPr>
        </p:nvSpPr>
        <p:spPr/>
        <p:txBody>
          <a:bodyPr/>
          <a:lstStyle/>
          <a:p>
            <a:pPr>
              <a:defRPr/>
            </a:pPr>
            <a:fld id="{51E4AEC1-ED9B-4DE4-984E-96DE4A1D952D}" type="slidenum">
              <a:rPr lang="en-US" altLang="en-US" smtClean="0"/>
              <a:pPr>
                <a:defRPr/>
              </a:pPr>
              <a:t>‹#›</a:t>
            </a:fld>
            <a:endParaRPr lang="en-US" altLang="en-US"/>
          </a:p>
        </p:txBody>
      </p:sp>
    </p:spTree>
    <p:extLst>
      <p:ext uri="{BB962C8B-B14F-4D97-AF65-F5344CB8AC3E}">
        <p14:creationId xmlns:p14="http://schemas.microsoft.com/office/powerpoint/2010/main" val="3996274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L Wong                              INFO 6124</a:t>
            </a:r>
          </a:p>
        </p:txBody>
      </p:sp>
      <p:sp>
        <p:nvSpPr>
          <p:cNvPr id="7" name="Slide Number Placeholder 6"/>
          <p:cNvSpPr>
            <a:spLocks noGrp="1"/>
          </p:cNvSpPr>
          <p:nvPr>
            <p:ph type="sldNum" sz="quarter" idx="12"/>
          </p:nvPr>
        </p:nvSpPr>
        <p:spPr/>
        <p:txBody>
          <a:bodyPr/>
          <a:lstStyle/>
          <a:p>
            <a:pPr>
              <a:defRPr/>
            </a:pPr>
            <a:fld id="{51E4AEC1-ED9B-4DE4-984E-96DE4A1D952D}" type="slidenum">
              <a:rPr lang="en-US" altLang="en-US" smtClean="0"/>
              <a:pPr>
                <a:defRPr/>
              </a:pPr>
              <a:t>‹#›</a:t>
            </a:fld>
            <a:endParaRPr lang="en-US" altLang="en-US"/>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22283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L Wong                              INFO 6124</a:t>
            </a:r>
          </a:p>
        </p:txBody>
      </p:sp>
      <p:sp>
        <p:nvSpPr>
          <p:cNvPr id="7" name="Slide Number Placeholder 6"/>
          <p:cNvSpPr>
            <a:spLocks noGrp="1"/>
          </p:cNvSpPr>
          <p:nvPr>
            <p:ph type="sldNum" sz="quarter" idx="12"/>
          </p:nvPr>
        </p:nvSpPr>
        <p:spPr/>
        <p:txBody>
          <a:bodyPr/>
          <a:lstStyle/>
          <a:p>
            <a:pPr>
              <a:defRPr/>
            </a:pPr>
            <a:fld id="{51E4AEC1-ED9B-4DE4-984E-96DE4A1D952D}" type="slidenum">
              <a:rPr lang="en-US" altLang="en-US" smtClean="0"/>
              <a:pPr>
                <a:defRPr/>
              </a:pPr>
              <a:t>‹#›</a:t>
            </a:fld>
            <a:endParaRPr lang="en-US" altLang="en-US"/>
          </a:p>
        </p:txBody>
      </p:sp>
    </p:spTree>
    <p:extLst>
      <p:ext uri="{BB962C8B-B14F-4D97-AF65-F5344CB8AC3E}">
        <p14:creationId xmlns:p14="http://schemas.microsoft.com/office/powerpoint/2010/main" val="9611585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r>
              <a:rPr lang="en-US" altLang="en-US"/>
              <a:t>L Wong                              INFO 6124</a:t>
            </a:r>
          </a:p>
        </p:txBody>
      </p:sp>
      <p:sp>
        <p:nvSpPr>
          <p:cNvPr id="5" name="Slide Number Placeholder 4"/>
          <p:cNvSpPr>
            <a:spLocks noGrp="1"/>
          </p:cNvSpPr>
          <p:nvPr>
            <p:ph type="sldNum" sz="quarter" idx="12"/>
          </p:nvPr>
        </p:nvSpPr>
        <p:spPr/>
        <p:txBody>
          <a:bodyPr/>
          <a:lstStyle/>
          <a:p>
            <a:pPr>
              <a:defRPr/>
            </a:pPr>
            <a:fld id="{51E4AEC1-ED9B-4DE4-984E-96DE4A1D952D}" type="slidenum">
              <a:rPr lang="en-US" altLang="en-US" smtClean="0"/>
              <a:pPr>
                <a:defRPr/>
              </a:pPr>
              <a:t>‹#›</a:t>
            </a:fld>
            <a:endParaRPr lang="en-US" altLang="en-US"/>
          </a:p>
        </p:txBody>
      </p:sp>
    </p:spTree>
    <p:extLst>
      <p:ext uri="{BB962C8B-B14F-4D97-AF65-F5344CB8AC3E}">
        <p14:creationId xmlns:p14="http://schemas.microsoft.com/office/powerpoint/2010/main" val="568122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r>
              <a:rPr lang="en-US" altLang="en-US"/>
              <a:t>L Wong                              INFO 6124</a:t>
            </a:r>
          </a:p>
        </p:txBody>
      </p:sp>
      <p:sp>
        <p:nvSpPr>
          <p:cNvPr id="5" name="Slide Number Placeholder 4"/>
          <p:cNvSpPr>
            <a:spLocks noGrp="1"/>
          </p:cNvSpPr>
          <p:nvPr>
            <p:ph type="sldNum" sz="quarter" idx="12"/>
          </p:nvPr>
        </p:nvSpPr>
        <p:spPr/>
        <p:txBody>
          <a:bodyPr/>
          <a:lstStyle/>
          <a:p>
            <a:pPr>
              <a:defRPr/>
            </a:pPr>
            <a:fld id="{51E4AEC1-ED9B-4DE4-984E-96DE4A1D952D}" type="slidenum">
              <a:rPr lang="en-US" altLang="en-US" smtClean="0"/>
              <a:pPr>
                <a:defRPr/>
              </a:pPr>
              <a:t>‹#›</a:t>
            </a:fld>
            <a:endParaRPr lang="en-US" altLang="en-US"/>
          </a:p>
        </p:txBody>
      </p:sp>
    </p:spTree>
    <p:extLst>
      <p:ext uri="{BB962C8B-B14F-4D97-AF65-F5344CB8AC3E}">
        <p14:creationId xmlns:p14="http://schemas.microsoft.com/office/powerpoint/2010/main" val="3715750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L Wong                              INFO 6124</a:t>
            </a:r>
          </a:p>
        </p:txBody>
      </p:sp>
      <p:sp>
        <p:nvSpPr>
          <p:cNvPr id="6" name="Slide Number Placeholder 5"/>
          <p:cNvSpPr>
            <a:spLocks noGrp="1"/>
          </p:cNvSpPr>
          <p:nvPr>
            <p:ph type="sldNum" sz="quarter" idx="12"/>
          </p:nvPr>
        </p:nvSpPr>
        <p:spPr/>
        <p:txBody>
          <a:bodyPr/>
          <a:lstStyle/>
          <a:p>
            <a:pPr>
              <a:defRPr/>
            </a:pPr>
            <a:fld id="{C82A8605-3C4F-48C9-A0F4-8CC7D044C307}" type="slidenum">
              <a:rPr lang="en-US" altLang="en-US" smtClean="0"/>
              <a:pPr>
                <a:defRPr/>
              </a:pPr>
              <a:t>‹#›</a:t>
            </a:fld>
            <a:endParaRPr lang="en-US" altLang="en-US"/>
          </a:p>
        </p:txBody>
      </p:sp>
    </p:spTree>
    <p:extLst>
      <p:ext uri="{BB962C8B-B14F-4D97-AF65-F5344CB8AC3E}">
        <p14:creationId xmlns:p14="http://schemas.microsoft.com/office/powerpoint/2010/main" val="10196221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L Wong                              INFO 6124</a:t>
            </a:r>
          </a:p>
        </p:txBody>
      </p:sp>
      <p:sp>
        <p:nvSpPr>
          <p:cNvPr id="6" name="Slide Number Placeholder 5"/>
          <p:cNvSpPr>
            <a:spLocks noGrp="1"/>
          </p:cNvSpPr>
          <p:nvPr>
            <p:ph type="sldNum" sz="quarter" idx="12"/>
          </p:nvPr>
        </p:nvSpPr>
        <p:spPr/>
        <p:txBody>
          <a:bodyPr/>
          <a:lstStyle/>
          <a:p>
            <a:pPr>
              <a:defRPr/>
            </a:pPr>
            <a:fld id="{75ABCC32-4A67-4B07-BDB9-BB86CED87E93}" type="slidenum">
              <a:rPr lang="en-US" altLang="en-US" smtClean="0"/>
              <a:pPr>
                <a:defRPr/>
              </a:pPr>
              <a:t>‹#›</a:t>
            </a:fld>
            <a:endParaRPr lang="en-US" altLang="en-US"/>
          </a:p>
        </p:txBody>
      </p:sp>
    </p:spTree>
    <p:extLst>
      <p:ext uri="{BB962C8B-B14F-4D97-AF65-F5344CB8AC3E}">
        <p14:creationId xmlns:p14="http://schemas.microsoft.com/office/powerpoint/2010/main" val="1488100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a:defRPr/>
            </a:pPr>
            <a:endParaRPr lang="en-US"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a:defRPr/>
            </a:pPr>
            <a:r>
              <a:rPr lang="en-US" altLang="en-US"/>
              <a:t>L Wong                              INFO 6124</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a:defRPr/>
            </a:pPr>
            <a:fld id="{51E4AEC1-ED9B-4DE4-984E-96DE4A1D952D}" type="slidenum">
              <a:rPr lang="en-US" altLang="en-US" smtClean="0"/>
              <a:pPr>
                <a:defRPr/>
              </a:pPr>
              <a:t>‹#›</a:t>
            </a:fld>
            <a:endParaRPr lang="en-US" altLang="en-US"/>
          </a:p>
        </p:txBody>
      </p:sp>
    </p:spTree>
    <p:extLst>
      <p:ext uri="{BB962C8B-B14F-4D97-AF65-F5344CB8AC3E}">
        <p14:creationId xmlns:p14="http://schemas.microsoft.com/office/powerpoint/2010/main" val="382494654"/>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hf sldNum="0" hdr="0" dt="0"/>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13000"/>
                  <a:lumOff val="87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evelopers.google.com/maps/documentation/android-sdk/start#get-key"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Google Maps</a:t>
            </a:r>
            <a:br>
              <a:rPr lang="en-US" dirty="0"/>
            </a:br>
            <a:endParaRPr lang="en-CA" dirty="0"/>
          </a:p>
        </p:txBody>
      </p:sp>
      <p:sp>
        <p:nvSpPr>
          <p:cNvPr id="3" name="Subtitle 2"/>
          <p:cNvSpPr>
            <a:spLocks noGrp="1"/>
          </p:cNvSpPr>
          <p:nvPr>
            <p:ph type="subTitle" idx="1"/>
          </p:nvPr>
        </p:nvSpPr>
        <p:spPr/>
        <p:txBody>
          <a:bodyPr>
            <a:normAutofit fontScale="85000" lnSpcReduction="20000"/>
          </a:bodyPr>
          <a:lstStyle/>
          <a:p>
            <a:r>
              <a:rPr lang="en-US" dirty="0"/>
              <a:t>INFO 5126:</a:t>
            </a:r>
            <a:br>
              <a:rPr lang="en-US" dirty="0"/>
            </a:br>
            <a:r>
              <a:rPr lang="en-US" dirty="0"/>
              <a:t>Mobile Development Advanced</a:t>
            </a:r>
          </a:p>
        </p:txBody>
      </p:sp>
      <p:sp>
        <p:nvSpPr>
          <p:cNvPr id="4" name="Footer Placeholder 3">
            <a:extLst>
              <a:ext uri="{FF2B5EF4-FFF2-40B4-BE49-F238E27FC236}">
                <a16:creationId xmlns:a16="http://schemas.microsoft.com/office/drawing/2014/main" id="{C490C276-14E2-4599-922A-A815C665D3B9}"/>
              </a:ext>
            </a:extLst>
          </p:cNvPr>
          <p:cNvSpPr>
            <a:spLocks noGrp="1"/>
          </p:cNvSpPr>
          <p:nvPr>
            <p:ph type="ftr" sz="quarter" idx="11"/>
          </p:nvPr>
        </p:nvSpPr>
        <p:spPr/>
        <p:txBody>
          <a:bodyPr/>
          <a:lstStyle/>
          <a:p>
            <a:pPr>
              <a:defRPr/>
            </a:pPr>
            <a:r>
              <a:rPr lang="en-US" altLang="en-US" dirty="0"/>
              <a:t>L Wong                              INFO 5126</a:t>
            </a:r>
          </a:p>
        </p:txBody>
      </p:sp>
    </p:spTree>
    <p:extLst>
      <p:ext uri="{BB962C8B-B14F-4D97-AF65-F5344CB8AC3E}">
        <p14:creationId xmlns:p14="http://schemas.microsoft.com/office/powerpoint/2010/main" val="2766594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9BDEA-D724-4B46-AD86-6DD09E92F11C}"/>
              </a:ext>
            </a:extLst>
          </p:cNvPr>
          <p:cNvSpPr>
            <a:spLocks noGrp="1"/>
          </p:cNvSpPr>
          <p:nvPr>
            <p:ph type="title"/>
          </p:nvPr>
        </p:nvSpPr>
        <p:spPr/>
        <p:txBody>
          <a:bodyPr>
            <a:normAutofit fontScale="90000"/>
          </a:bodyPr>
          <a:lstStyle/>
          <a:p>
            <a:r>
              <a:rPr lang="en-US" dirty="0"/>
              <a:t>Your Emulators need </a:t>
            </a:r>
            <a:r>
              <a:rPr lang="en-US" dirty="0" err="1"/>
              <a:t>PlayStore</a:t>
            </a:r>
            <a:r>
              <a:rPr lang="en-US" dirty="0"/>
              <a:t>, we installed one that did</a:t>
            </a:r>
            <a:endParaRPr lang="en-CA" dirty="0"/>
          </a:p>
        </p:txBody>
      </p:sp>
      <p:pic>
        <p:nvPicPr>
          <p:cNvPr id="6" name="Picture 5" descr="Image showing emulator with Google PlayStore">
            <a:extLst>
              <a:ext uri="{FF2B5EF4-FFF2-40B4-BE49-F238E27FC236}">
                <a16:creationId xmlns:a16="http://schemas.microsoft.com/office/drawing/2014/main" id="{245757C8-93BE-183A-7BC1-DD516CB02684}"/>
              </a:ext>
            </a:extLst>
          </p:cNvPr>
          <p:cNvPicPr>
            <a:picLocks noChangeAspect="1"/>
          </p:cNvPicPr>
          <p:nvPr/>
        </p:nvPicPr>
        <p:blipFill>
          <a:blip r:embed="rId2"/>
          <a:stretch>
            <a:fillRect/>
          </a:stretch>
        </p:blipFill>
        <p:spPr>
          <a:xfrm>
            <a:off x="2362200" y="1690688"/>
            <a:ext cx="6115095" cy="3810028"/>
          </a:xfrm>
          <a:prstGeom prst="rect">
            <a:avLst/>
          </a:prstGeom>
        </p:spPr>
      </p:pic>
      <p:cxnSp>
        <p:nvCxnSpPr>
          <p:cNvPr id="7" name="Straight Arrow Connector 6" descr="The PlayStore symbol">
            <a:extLst>
              <a:ext uri="{FF2B5EF4-FFF2-40B4-BE49-F238E27FC236}">
                <a16:creationId xmlns:a16="http://schemas.microsoft.com/office/drawing/2014/main" id="{5DE7EB0A-353B-4291-9E0A-C5F6C312863E}"/>
              </a:ext>
            </a:extLst>
          </p:cNvPr>
          <p:cNvCxnSpPr>
            <a:cxnSpLocks/>
            <a:endCxn id="5" idx="0"/>
          </p:cNvCxnSpPr>
          <p:nvPr/>
        </p:nvCxnSpPr>
        <p:spPr bwMode="auto">
          <a:xfrm>
            <a:off x="4191000" y="1676400"/>
            <a:ext cx="152400" cy="2301875"/>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5" name="Oval 4" descr="The PlayStore Symbol">
            <a:extLst>
              <a:ext uri="{FF2B5EF4-FFF2-40B4-BE49-F238E27FC236}">
                <a16:creationId xmlns:a16="http://schemas.microsoft.com/office/drawing/2014/main" id="{5B2C12CE-7A72-4F6A-A104-EFE027DB7EBE}"/>
              </a:ext>
            </a:extLst>
          </p:cNvPr>
          <p:cNvSpPr/>
          <p:nvPr/>
        </p:nvSpPr>
        <p:spPr bwMode="auto">
          <a:xfrm>
            <a:off x="4191000" y="3978275"/>
            <a:ext cx="304800" cy="304800"/>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CA">
              <a:latin typeface="Tahoma" pitchFamily="34" charset="0"/>
            </a:endParaRPr>
          </a:p>
        </p:txBody>
      </p:sp>
    </p:spTree>
    <p:extLst>
      <p:ext uri="{BB962C8B-B14F-4D97-AF65-F5344CB8AC3E}">
        <p14:creationId xmlns:p14="http://schemas.microsoft.com/office/powerpoint/2010/main" val="1950027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CA" dirty="0"/>
              <a:t>Google Maps Key</a:t>
            </a:r>
          </a:p>
        </p:txBody>
      </p:sp>
      <p:sp>
        <p:nvSpPr>
          <p:cNvPr id="3" name="Content Placeholder 2"/>
          <p:cNvSpPr>
            <a:spLocks noGrp="1"/>
          </p:cNvSpPr>
          <p:nvPr>
            <p:ph idx="1"/>
          </p:nvPr>
        </p:nvSpPr>
        <p:spPr>
          <a:xfrm>
            <a:off x="762000" y="1524000"/>
            <a:ext cx="9372600" cy="5257800"/>
          </a:xfrm>
        </p:spPr>
        <p:txBody>
          <a:bodyPr>
            <a:normAutofit fontScale="92500"/>
          </a:bodyPr>
          <a:lstStyle/>
          <a:p>
            <a:pPr>
              <a:defRPr/>
            </a:pPr>
            <a:r>
              <a:rPr lang="en-CA" dirty="0"/>
              <a:t>Create a new “Empty Views Activity” project, and name it </a:t>
            </a:r>
            <a:r>
              <a:rPr lang="en-CA" dirty="0" err="1"/>
              <a:t>GoogleMapsDemo</a:t>
            </a:r>
            <a:r>
              <a:rPr lang="en-CA" dirty="0"/>
              <a:t> </a:t>
            </a:r>
          </a:p>
          <a:p>
            <a:pPr>
              <a:defRPr/>
            </a:pPr>
            <a:r>
              <a:rPr lang="en-CA" dirty="0"/>
              <a:t>Add the Google Maps fragment using the File-New-Fragment-</a:t>
            </a:r>
            <a:r>
              <a:rPr lang="en-CA" dirty="0" err="1"/>
              <a:t>MapsFragment</a:t>
            </a:r>
            <a:endParaRPr lang="en-CA" dirty="0"/>
          </a:p>
          <a:p>
            <a:pPr>
              <a:defRPr/>
            </a:pPr>
            <a:r>
              <a:rPr lang="en-CA" dirty="0"/>
              <a:t>In the layout, go to the Google tab and insert the </a:t>
            </a:r>
            <a:r>
              <a:rPr lang="en-CA" dirty="0" err="1"/>
              <a:t>fragmentContainerView</a:t>
            </a:r>
            <a:r>
              <a:rPr lang="en-CA" dirty="0"/>
              <a:t> into your activity.</a:t>
            </a:r>
          </a:p>
          <a:p>
            <a:pPr lvl="1">
              <a:defRPr/>
            </a:pPr>
            <a:r>
              <a:rPr lang="en-CA" dirty="0"/>
              <a:t>Select OK to add the Google Maps dependency</a:t>
            </a:r>
          </a:p>
          <a:p>
            <a:pPr>
              <a:defRPr/>
            </a:pPr>
            <a:r>
              <a:rPr lang="en-CA" dirty="0"/>
              <a:t>The android manifest file has instructions to obtain the API key to use google maps in your application.    You will need to request keys for all apps that use google maps.   This key is tied to your domain and package name.   So you will need to register for one for each app you create.  Click on the get-</a:t>
            </a:r>
            <a:r>
              <a:rPr lang="en-CA" dirty="0" err="1"/>
              <a:t>api</a:t>
            </a:r>
            <a:r>
              <a:rPr lang="en-CA" dirty="0"/>
              <a:t>-key</a:t>
            </a:r>
          </a:p>
          <a:p>
            <a:pPr lvl="1">
              <a:defRPr/>
            </a:pPr>
            <a:r>
              <a:rPr lang="en-CA" dirty="0"/>
              <a:t>Choose the Billing Account for education</a:t>
            </a:r>
          </a:p>
          <a:p>
            <a:pPr lvl="1">
              <a:defRPr/>
            </a:pPr>
            <a:endParaRPr lang="en-CA"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9D00D-E2AF-B8E3-4DAB-58B8E9163F27}"/>
              </a:ext>
            </a:extLst>
          </p:cNvPr>
          <p:cNvSpPr>
            <a:spLocks noGrp="1"/>
          </p:cNvSpPr>
          <p:nvPr>
            <p:ph type="title"/>
          </p:nvPr>
        </p:nvSpPr>
        <p:spPr/>
        <p:txBody>
          <a:bodyPr>
            <a:normAutofit fontScale="90000"/>
          </a:bodyPr>
          <a:lstStyle/>
          <a:p>
            <a:r>
              <a:rPr lang="en-CA" dirty="0"/>
              <a:t>Getting your SHA1 key, tied to hardware</a:t>
            </a:r>
          </a:p>
        </p:txBody>
      </p:sp>
      <p:sp>
        <p:nvSpPr>
          <p:cNvPr id="3" name="Content Placeholder 2">
            <a:extLst>
              <a:ext uri="{FF2B5EF4-FFF2-40B4-BE49-F238E27FC236}">
                <a16:creationId xmlns:a16="http://schemas.microsoft.com/office/drawing/2014/main" id="{39437CCD-F41E-E692-8FC6-FF4F365A09FD}"/>
              </a:ext>
            </a:extLst>
          </p:cNvPr>
          <p:cNvSpPr>
            <a:spLocks noGrp="1"/>
          </p:cNvSpPr>
          <p:nvPr>
            <p:ph idx="1"/>
          </p:nvPr>
        </p:nvSpPr>
        <p:spPr>
          <a:xfrm>
            <a:off x="228600" y="1524000"/>
            <a:ext cx="2819400" cy="5105400"/>
          </a:xfrm>
        </p:spPr>
        <p:txBody>
          <a:bodyPr>
            <a:normAutofit/>
          </a:bodyPr>
          <a:lstStyle/>
          <a:p>
            <a:pPr marL="0" indent="0">
              <a:buNone/>
            </a:pPr>
            <a:r>
              <a:rPr lang="en-CA" sz="2400" dirty="0"/>
              <a:t>Gradle</a:t>
            </a:r>
          </a:p>
          <a:p>
            <a:pPr marL="0" indent="0">
              <a:buNone/>
            </a:pPr>
            <a:r>
              <a:rPr lang="en-CA" sz="2400" dirty="0"/>
              <a:t>Execute Gradle task</a:t>
            </a:r>
          </a:p>
          <a:p>
            <a:pPr marL="0" indent="0">
              <a:buNone/>
            </a:pPr>
            <a:r>
              <a:rPr lang="en-CA" sz="2400" dirty="0" err="1"/>
              <a:t>signingReport</a:t>
            </a:r>
            <a:endParaRPr lang="en-CA" sz="2400" dirty="0"/>
          </a:p>
          <a:p>
            <a:pPr marL="0" indent="0">
              <a:buNone/>
            </a:pPr>
            <a:endParaRPr lang="en-CA" sz="2400" dirty="0"/>
          </a:p>
          <a:p>
            <a:pPr marL="0" indent="0">
              <a:buNone/>
            </a:pPr>
            <a:r>
              <a:rPr lang="en-CA" sz="2400" dirty="0"/>
              <a:t>Your SHA1 key </a:t>
            </a:r>
          </a:p>
          <a:p>
            <a:pPr marL="0" indent="0">
              <a:buNone/>
            </a:pPr>
            <a:r>
              <a:rPr lang="en-CA" sz="2400" dirty="0"/>
              <a:t>Will be in your </a:t>
            </a:r>
          </a:p>
          <a:p>
            <a:pPr marL="0" indent="0">
              <a:buNone/>
            </a:pPr>
            <a:r>
              <a:rPr lang="en-CA" sz="2400" dirty="0"/>
              <a:t>Run window</a:t>
            </a:r>
          </a:p>
        </p:txBody>
      </p:sp>
      <p:sp>
        <p:nvSpPr>
          <p:cNvPr id="4" name="Footer Placeholder 3">
            <a:extLst>
              <a:ext uri="{FF2B5EF4-FFF2-40B4-BE49-F238E27FC236}">
                <a16:creationId xmlns:a16="http://schemas.microsoft.com/office/drawing/2014/main" id="{FDEF067F-2F2A-8549-BB0D-894C1EF39BD9}"/>
              </a:ext>
            </a:extLst>
          </p:cNvPr>
          <p:cNvSpPr>
            <a:spLocks noGrp="1"/>
          </p:cNvSpPr>
          <p:nvPr>
            <p:ph type="ftr" sz="quarter" idx="11"/>
          </p:nvPr>
        </p:nvSpPr>
        <p:spPr/>
        <p:txBody>
          <a:bodyPr/>
          <a:lstStyle/>
          <a:p>
            <a:pPr>
              <a:defRPr/>
            </a:pPr>
            <a:r>
              <a:rPr lang="en-US" altLang="en-US"/>
              <a:t>L Wong                              INFO 6124</a:t>
            </a:r>
          </a:p>
        </p:txBody>
      </p:sp>
      <p:pic>
        <p:nvPicPr>
          <p:cNvPr id="6" name="Picture 5" descr="Android Studio Screen">
            <a:extLst>
              <a:ext uri="{FF2B5EF4-FFF2-40B4-BE49-F238E27FC236}">
                <a16:creationId xmlns:a16="http://schemas.microsoft.com/office/drawing/2014/main" id="{48B320C0-3771-B790-697C-9D04B52D844D}"/>
              </a:ext>
            </a:extLst>
          </p:cNvPr>
          <p:cNvPicPr>
            <a:picLocks noChangeAspect="1"/>
          </p:cNvPicPr>
          <p:nvPr/>
        </p:nvPicPr>
        <p:blipFill>
          <a:blip r:embed="rId2"/>
          <a:stretch>
            <a:fillRect/>
          </a:stretch>
        </p:blipFill>
        <p:spPr>
          <a:xfrm>
            <a:off x="3238500" y="1600200"/>
            <a:ext cx="8153400" cy="5379368"/>
          </a:xfrm>
          <a:prstGeom prst="rect">
            <a:avLst/>
          </a:prstGeom>
        </p:spPr>
      </p:pic>
      <p:sp>
        <p:nvSpPr>
          <p:cNvPr id="7" name="Oval 6" descr="Button to press to run gradle script">
            <a:extLst>
              <a:ext uri="{FF2B5EF4-FFF2-40B4-BE49-F238E27FC236}">
                <a16:creationId xmlns:a16="http://schemas.microsoft.com/office/drawing/2014/main" id="{4A407376-D67D-C540-DAA0-A0A1C87968CA}"/>
              </a:ext>
            </a:extLst>
          </p:cNvPr>
          <p:cNvSpPr/>
          <p:nvPr/>
        </p:nvSpPr>
        <p:spPr>
          <a:xfrm>
            <a:off x="7391400" y="1690688"/>
            <a:ext cx="358000" cy="838200"/>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8" name="Oval 7" descr="Type gradle signingreport here">
            <a:extLst>
              <a:ext uri="{FF2B5EF4-FFF2-40B4-BE49-F238E27FC236}">
                <a16:creationId xmlns:a16="http://schemas.microsoft.com/office/drawing/2014/main" id="{A708EA72-24AE-B56D-B197-47951F40022C}"/>
              </a:ext>
            </a:extLst>
          </p:cNvPr>
          <p:cNvSpPr/>
          <p:nvPr/>
        </p:nvSpPr>
        <p:spPr>
          <a:xfrm>
            <a:off x="11072000" y="2122098"/>
            <a:ext cx="358000" cy="838200"/>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9" name="Oval 8" descr="Type gradle signingreport here">
            <a:extLst>
              <a:ext uri="{FF2B5EF4-FFF2-40B4-BE49-F238E27FC236}">
                <a16:creationId xmlns:a16="http://schemas.microsoft.com/office/drawing/2014/main" id="{2B6B086C-1AC6-4564-09F4-7C0FB10CC4FB}"/>
              </a:ext>
            </a:extLst>
          </p:cNvPr>
          <p:cNvSpPr/>
          <p:nvPr/>
        </p:nvSpPr>
        <p:spPr>
          <a:xfrm>
            <a:off x="3352800" y="2819400"/>
            <a:ext cx="1143000" cy="838200"/>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Tree>
    <p:extLst>
      <p:ext uri="{BB962C8B-B14F-4D97-AF65-F5344CB8AC3E}">
        <p14:creationId xmlns:p14="http://schemas.microsoft.com/office/powerpoint/2010/main" val="316111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BA14B-0A19-9CB0-CAD5-44E309CE6D56}"/>
              </a:ext>
            </a:extLst>
          </p:cNvPr>
          <p:cNvSpPr>
            <a:spLocks noGrp="1"/>
          </p:cNvSpPr>
          <p:nvPr>
            <p:ph type="title"/>
          </p:nvPr>
        </p:nvSpPr>
        <p:spPr/>
        <p:txBody>
          <a:bodyPr>
            <a:normAutofit fontScale="90000"/>
          </a:bodyPr>
          <a:lstStyle/>
          <a:p>
            <a:br>
              <a:rPr lang="en-CA" dirty="0"/>
            </a:br>
            <a:r>
              <a:rPr lang="en-CA" dirty="0"/>
              <a:t>Click on the link in the android manifest file, Add your package name and SHA1</a:t>
            </a:r>
          </a:p>
        </p:txBody>
      </p:sp>
      <p:pic>
        <p:nvPicPr>
          <p:cNvPr id="6" name="Content Placeholder 5" descr="Image of Google Cloud console">
            <a:extLst>
              <a:ext uri="{FF2B5EF4-FFF2-40B4-BE49-F238E27FC236}">
                <a16:creationId xmlns:a16="http://schemas.microsoft.com/office/drawing/2014/main" id="{B5133223-2432-05F4-E3ED-0BB01A92894C}"/>
              </a:ext>
            </a:extLst>
          </p:cNvPr>
          <p:cNvPicPr>
            <a:picLocks noGrp="1" noChangeAspect="1"/>
          </p:cNvPicPr>
          <p:nvPr>
            <p:ph idx="1"/>
          </p:nvPr>
        </p:nvPicPr>
        <p:blipFill>
          <a:blip r:embed="rId2"/>
          <a:stretch>
            <a:fillRect/>
          </a:stretch>
        </p:blipFill>
        <p:spPr>
          <a:xfrm>
            <a:off x="3733800" y="2014415"/>
            <a:ext cx="5715000" cy="4689232"/>
          </a:xfrm>
        </p:spPr>
      </p:pic>
      <p:sp>
        <p:nvSpPr>
          <p:cNvPr id="4" name="Footer Placeholder 3">
            <a:extLst>
              <a:ext uri="{FF2B5EF4-FFF2-40B4-BE49-F238E27FC236}">
                <a16:creationId xmlns:a16="http://schemas.microsoft.com/office/drawing/2014/main" id="{9351F5EB-A26B-2C98-8F5E-58FE069E258C}"/>
              </a:ext>
            </a:extLst>
          </p:cNvPr>
          <p:cNvSpPr>
            <a:spLocks noGrp="1"/>
          </p:cNvSpPr>
          <p:nvPr>
            <p:ph type="ftr" sz="quarter" idx="11"/>
          </p:nvPr>
        </p:nvSpPr>
        <p:spPr/>
        <p:txBody>
          <a:bodyPr/>
          <a:lstStyle/>
          <a:p>
            <a:pPr>
              <a:defRPr/>
            </a:pPr>
            <a:r>
              <a:rPr lang="en-US" altLang="en-US"/>
              <a:t>L Wong                              INFO 6124</a:t>
            </a:r>
          </a:p>
        </p:txBody>
      </p:sp>
    </p:spTree>
    <p:extLst>
      <p:ext uri="{BB962C8B-B14F-4D97-AF65-F5344CB8AC3E}">
        <p14:creationId xmlns:p14="http://schemas.microsoft.com/office/powerpoint/2010/main" val="2272501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1C6D6-F976-ABE2-3D75-EAA1EA929A8D}"/>
              </a:ext>
            </a:extLst>
          </p:cNvPr>
          <p:cNvSpPr>
            <a:spLocks noGrp="1"/>
          </p:cNvSpPr>
          <p:nvPr>
            <p:ph type="title"/>
          </p:nvPr>
        </p:nvSpPr>
        <p:spPr/>
        <p:txBody>
          <a:bodyPr>
            <a:normAutofit/>
          </a:bodyPr>
          <a:lstStyle/>
          <a:p>
            <a:r>
              <a:rPr lang="en-CA" dirty="0"/>
              <a:t>Generate an API key</a:t>
            </a:r>
          </a:p>
        </p:txBody>
      </p:sp>
      <p:sp>
        <p:nvSpPr>
          <p:cNvPr id="4" name="Footer Placeholder 3">
            <a:extLst>
              <a:ext uri="{FF2B5EF4-FFF2-40B4-BE49-F238E27FC236}">
                <a16:creationId xmlns:a16="http://schemas.microsoft.com/office/drawing/2014/main" id="{94AFB5E2-D0A8-0D9B-9628-F84DAD5B6876}"/>
              </a:ext>
            </a:extLst>
          </p:cNvPr>
          <p:cNvSpPr>
            <a:spLocks noGrp="1"/>
          </p:cNvSpPr>
          <p:nvPr>
            <p:ph type="ftr" sz="quarter" idx="11"/>
          </p:nvPr>
        </p:nvSpPr>
        <p:spPr/>
        <p:txBody>
          <a:bodyPr/>
          <a:lstStyle/>
          <a:p>
            <a:pPr>
              <a:defRPr/>
            </a:pPr>
            <a:r>
              <a:rPr lang="en-US" altLang="en-US"/>
              <a:t>L Wong                              INFO 6124</a:t>
            </a:r>
          </a:p>
        </p:txBody>
      </p:sp>
      <p:pic>
        <p:nvPicPr>
          <p:cNvPr id="8" name="Picture 7" descr="Image of Google Cloud console adding project in">
            <a:extLst>
              <a:ext uri="{FF2B5EF4-FFF2-40B4-BE49-F238E27FC236}">
                <a16:creationId xmlns:a16="http://schemas.microsoft.com/office/drawing/2014/main" id="{E8BF16CB-C7BE-486C-C58E-378C9F600320}"/>
              </a:ext>
            </a:extLst>
          </p:cNvPr>
          <p:cNvPicPr>
            <a:picLocks noChangeAspect="1"/>
          </p:cNvPicPr>
          <p:nvPr/>
        </p:nvPicPr>
        <p:blipFill>
          <a:blip r:embed="rId2"/>
          <a:stretch>
            <a:fillRect/>
          </a:stretch>
        </p:blipFill>
        <p:spPr>
          <a:xfrm>
            <a:off x="990600" y="3657600"/>
            <a:ext cx="10020373" cy="2486043"/>
          </a:xfrm>
          <a:prstGeom prst="rect">
            <a:avLst/>
          </a:prstGeom>
        </p:spPr>
      </p:pic>
      <p:sp>
        <p:nvSpPr>
          <p:cNvPr id="10" name="Content Placeholder 9">
            <a:extLst>
              <a:ext uri="{FF2B5EF4-FFF2-40B4-BE49-F238E27FC236}">
                <a16:creationId xmlns:a16="http://schemas.microsoft.com/office/drawing/2014/main" id="{89101E00-B7F9-3F0E-26D1-FB4D2D91DAB2}"/>
              </a:ext>
            </a:extLst>
          </p:cNvPr>
          <p:cNvSpPr>
            <a:spLocks noGrp="1"/>
          </p:cNvSpPr>
          <p:nvPr>
            <p:ph idx="1"/>
          </p:nvPr>
        </p:nvSpPr>
        <p:spPr>
          <a:xfrm>
            <a:off x="1085813" y="1825625"/>
            <a:ext cx="10267987" cy="1222375"/>
          </a:xfrm>
        </p:spPr>
        <p:txBody>
          <a:bodyPr>
            <a:normAutofit fontScale="92500" lnSpcReduction="20000"/>
          </a:bodyPr>
          <a:lstStyle/>
          <a:p>
            <a:r>
              <a:rPr lang="en-CA" dirty="0"/>
              <a:t>Keys and Credentials</a:t>
            </a:r>
          </a:p>
          <a:p>
            <a:r>
              <a:rPr lang="en-CA" dirty="0"/>
              <a:t>Create Credentials</a:t>
            </a:r>
          </a:p>
          <a:p>
            <a:r>
              <a:rPr lang="en-CA" dirty="0"/>
              <a:t>API Key</a:t>
            </a:r>
          </a:p>
        </p:txBody>
      </p:sp>
    </p:spTree>
    <p:extLst>
      <p:ext uri="{BB962C8B-B14F-4D97-AF65-F5344CB8AC3E}">
        <p14:creationId xmlns:p14="http://schemas.microsoft.com/office/powerpoint/2010/main" val="4237899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977F9-029E-6E4C-FD46-E47B7F46F8A9}"/>
              </a:ext>
            </a:extLst>
          </p:cNvPr>
          <p:cNvSpPr>
            <a:spLocks noGrp="1"/>
          </p:cNvSpPr>
          <p:nvPr>
            <p:ph type="title"/>
          </p:nvPr>
        </p:nvSpPr>
        <p:spPr/>
        <p:txBody>
          <a:bodyPr>
            <a:normAutofit fontScale="90000"/>
          </a:bodyPr>
          <a:lstStyle/>
          <a:p>
            <a:r>
              <a:rPr lang="en-CA" dirty="0"/>
              <a:t>Reference on how to set up your maps </a:t>
            </a:r>
            <a:r>
              <a:rPr lang="en-CA" dirty="0" err="1"/>
              <a:t>api</a:t>
            </a:r>
            <a:r>
              <a:rPr lang="en-CA" dirty="0"/>
              <a:t> key</a:t>
            </a:r>
          </a:p>
        </p:txBody>
      </p:sp>
      <p:sp>
        <p:nvSpPr>
          <p:cNvPr id="3" name="Content Placeholder 2">
            <a:extLst>
              <a:ext uri="{FF2B5EF4-FFF2-40B4-BE49-F238E27FC236}">
                <a16:creationId xmlns:a16="http://schemas.microsoft.com/office/drawing/2014/main" id="{B7D92F94-5532-5132-F2A5-0F2D5A736924}"/>
              </a:ext>
            </a:extLst>
          </p:cNvPr>
          <p:cNvSpPr>
            <a:spLocks noGrp="1"/>
          </p:cNvSpPr>
          <p:nvPr>
            <p:ph idx="1"/>
          </p:nvPr>
        </p:nvSpPr>
        <p:spPr/>
        <p:txBody>
          <a:bodyPr/>
          <a:lstStyle/>
          <a:p>
            <a:r>
              <a:rPr lang="en-CA" dirty="0">
                <a:hlinkClick r:id="rId2"/>
              </a:rPr>
              <a:t>https://developers.google.com/maps/documentation/android-sdk/start#get-key</a:t>
            </a:r>
            <a:endParaRPr lang="en-CA" dirty="0"/>
          </a:p>
        </p:txBody>
      </p:sp>
      <p:sp>
        <p:nvSpPr>
          <p:cNvPr id="4" name="Footer Placeholder 3">
            <a:extLst>
              <a:ext uri="{FF2B5EF4-FFF2-40B4-BE49-F238E27FC236}">
                <a16:creationId xmlns:a16="http://schemas.microsoft.com/office/drawing/2014/main" id="{9EF4E2A9-BBEF-F6C2-AE8F-86057A39EA06}"/>
              </a:ext>
            </a:extLst>
          </p:cNvPr>
          <p:cNvSpPr>
            <a:spLocks noGrp="1"/>
          </p:cNvSpPr>
          <p:nvPr>
            <p:ph type="ftr" sz="quarter" idx="11"/>
          </p:nvPr>
        </p:nvSpPr>
        <p:spPr/>
        <p:txBody>
          <a:bodyPr/>
          <a:lstStyle/>
          <a:p>
            <a:pPr>
              <a:defRPr/>
            </a:pPr>
            <a:r>
              <a:rPr lang="en-US" altLang="en-US"/>
              <a:t>L Wong                              INFO 6124</a:t>
            </a:r>
          </a:p>
        </p:txBody>
      </p:sp>
    </p:spTree>
    <p:extLst>
      <p:ext uri="{BB962C8B-B14F-4D97-AF65-F5344CB8AC3E}">
        <p14:creationId xmlns:p14="http://schemas.microsoft.com/office/powerpoint/2010/main" val="1519477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CA" dirty="0"/>
              <a:t>Copy the API key created</a:t>
            </a:r>
          </a:p>
        </p:txBody>
      </p:sp>
      <p:sp>
        <p:nvSpPr>
          <p:cNvPr id="5" name="Content Placeholder 4">
            <a:extLst>
              <a:ext uri="{FF2B5EF4-FFF2-40B4-BE49-F238E27FC236}">
                <a16:creationId xmlns:a16="http://schemas.microsoft.com/office/drawing/2014/main" id="{5F693744-2B53-4098-8C27-045CAB1F129D}"/>
              </a:ext>
            </a:extLst>
          </p:cNvPr>
          <p:cNvSpPr>
            <a:spLocks noGrp="1"/>
          </p:cNvSpPr>
          <p:nvPr>
            <p:ph idx="1"/>
          </p:nvPr>
        </p:nvSpPr>
        <p:spPr/>
        <p:txBody>
          <a:bodyPr/>
          <a:lstStyle/>
          <a:p>
            <a:r>
              <a:rPr lang="en-CA" dirty="0"/>
              <a:t>Copy the API key created and paste into your android manifest file as stated (NOTE: Do not use my key, it is tied to my laptop and won’t work for you)</a:t>
            </a:r>
          </a:p>
          <a:p>
            <a:r>
              <a:rPr lang="en-CA" dirty="0"/>
              <a:t>Gradle scripts – </a:t>
            </a:r>
            <a:r>
              <a:rPr lang="en-CA" dirty="0" err="1"/>
              <a:t>local.properties</a:t>
            </a:r>
            <a:endParaRPr lang="en-CA" dirty="0"/>
          </a:p>
          <a:p>
            <a:endParaRPr lang="en-CA" dirty="0"/>
          </a:p>
          <a:p>
            <a:endParaRPr lang="en-CA" dirty="0"/>
          </a:p>
          <a:p>
            <a:r>
              <a:rPr lang="en-CA" dirty="0"/>
              <a:t>Android manifest file</a:t>
            </a:r>
          </a:p>
        </p:txBody>
      </p:sp>
      <p:pic>
        <p:nvPicPr>
          <p:cNvPr id="4" name="Picture 3" descr="local.properties to edit">
            <a:extLst>
              <a:ext uri="{FF2B5EF4-FFF2-40B4-BE49-F238E27FC236}">
                <a16:creationId xmlns:a16="http://schemas.microsoft.com/office/drawing/2014/main" id="{6C97640B-2870-22DA-7A45-D46453A356DE}"/>
              </a:ext>
            </a:extLst>
          </p:cNvPr>
          <p:cNvPicPr>
            <a:picLocks noChangeAspect="1"/>
          </p:cNvPicPr>
          <p:nvPr/>
        </p:nvPicPr>
        <p:blipFill>
          <a:blip r:embed="rId2"/>
          <a:stretch>
            <a:fillRect/>
          </a:stretch>
        </p:blipFill>
        <p:spPr>
          <a:xfrm>
            <a:off x="1981200" y="3591662"/>
            <a:ext cx="7906853" cy="819264"/>
          </a:xfrm>
          <a:prstGeom prst="rect">
            <a:avLst/>
          </a:prstGeom>
        </p:spPr>
      </p:pic>
      <p:pic>
        <p:nvPicPr>
          <p:cNvPr id="7" name="Picture 6" descr="android manifest to edit">
            <a:extLst>
              <a:ext uri="{FF2B5EF4-FFF2-40B4-BE49-F238E27FC236}">
                <a16:creationId xmlns:a16="http://schemas.microsoft.com/office/drawing/2014/main" id="{0B48C881-301F-7B54-AFE4-7A5C4C4FDCA2}"/>
              </a:ext>
            </a:extLst>
          </p:cNvPr>
          <p:cNvPicPr>
            <a:picLocks noChangeAspect="1"/>
          </p:cNvPicPr>
          <p:nvPr/>
        </p:nvPicPr>
        <p:blipFill>
          <a:blip r:embed="rId3"/>
          <a:stretch>
            <a:fillRect/>
          </a:stretch>
        </p:blipFill>
        <p:spPr>
          <a:xfrm>
            <a:off x="2658166" y="5056123"/>
            <a:ext cx="6875667" cy="1260540"/>
          </a:xfrm>
          <a:prstGeom prst="rect">
            <a:avLst/>
          </a:prstGeom>
        </p:spPr>
      </p:pic>
      <p:sp>
        <p:nvSpPr>
          <p:cNvPr id="3" name="Rectangle 2">
            <a:extLst>
              <a:ext uri="{FF2B5EF4-FFF2-40B4-BE49-F238E27FC236}">
                <a16:creationId xmlns:a16="http://schemas.microsoft.com/office/drawing/2014/main" id="{C3C3F8E3-AD2D-54ED-0EF2-F3B04774F6EA}"/>
              </a:ext>
            </a:extLst>
          </p:cNvPr>
          <p:cNvSpPr/>
          <p:nvPr/>
        </p:nvSpPr>
        <p:spPr>
          <a:xfrm>
            <a:off x="3810000" y="3962400"/>
            <a:ext cx="52578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Google Maps API Key</a:t>
            </a:r>
            <a:endParaRPr lang="en-CA" dirty="0"/>
          </a:p>
        </p:txBody>
      </p:sp>
      <p:sp>
        <p:nvSpPr>
          <p:cNvPr id="3" name="Content Placeholder 2"/>
          <p:cNvSpPr>
            <a:spLocks noGrp="1"/>
          </p:cNvSpPr>
          <p:nvPr>
            <p:ph idx="1"/>
          </p:nvPr>
        </p:nvSpPr>
        <p:spPr>
          <a:xfrm>
            <a:off x="1120000" y="1825624"/>
            <a:ext cx="5509400" cy="4575175"/>
          </a:xfrm>
        </p:spPr>
        <p:txBody>
          <a:bodyPr/>
          <a:lstStyle/>
          <a:p>
            <a:pPr marL="0" indent="0">
              <a:buNone/>
            </a:pPr>
            <a:r>
              <a:rPr lang="en-US" dirty="0"/>
              <a:t>It is good to restrict your access in case others gets hold of your API Key</a:t>
            </a:r>
          </a:p>
          <a:p>
            <a:pPr marL="0" indent="0">
              <a:buNone/>
            </a:pPr>
            <a:endParaRPr lang="en-US" dirty="0"/>
          </a:p>
          <a:p>
            <a:pPr marL="0" indent="0">
              <a:buNone/>
            </a:pPr>
            <a:r>
              <a:rPr lang="en-US" dirty="0"/>
              <a:t>If you write another app, you should add that package name to the Android Restrictions</a:t>
            </a:r>
            <a:endParaRPr lang="en-CA" dirty="0"/>
          </a:p>
        </p:txBody>
      </p:sp>
      <p:pic>
        <p:nvPicPr>
          <p:cNvPr id="5" name="Picture 4">
            <a:extLst>
              <a:ext uri="{FF2B5EF4-FFF2-40B4-BE49-F238E27FC236}">
                <a16:creationId xmlns:a16="http://schemas.microsoft.com/office/drawing/2014/main" id="{C945BB74-2D05-B967-DF43-8DA83C584C67}"/>
              </a:ext>
            </a:extLst>
          </p:cNvPr>
          <p:cNvPicPr>
            <a:picLocks noChangeAspect="1"/>
          </p:cNvPicPr>
          <p:nvPr/>
        </p:nvPicPr>
        <p:blipFill>
          <a:blip r:embed="rId2"/>
          <a:stretch>
            <a:fillRect/>
          </a:stretch>
        </p:blipFill>
        <p:spPr>
          <a:xfrm>
            <a:off x="6705600" y="1825625"/>
            <a:ext cx="5220429" cy="4429743"/>
          </a:xfrm>
          <a:prstGeom prst="rect">
            <a:avLst/>
          </a:prstGeom>
        </p:spPr>
      </p:pic>
    </p:spTree>
    <p:extLst>
      <p:ext uri="{BB962C8B-B14F-4D97-AF65-F5344CB8AC3E}">
        <p14:creationId xmlns:p14="http://schemas.microsoft.com/office/powerpoint/2010/main" val="591967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4AE68-BC0A-ED80-1424-FEA4113B5809}"/>
              </a:ext>
              <a:ext uri="{C183D7F6-B498-43B3-948B-1728B52AA6E4}">
                <adec:decorative xmlns:adec="http://schemas.microsoft.com/office/drawing/2017/decorative" val="0"/>
              </a:ext>
            </a:extLst>
          </p:cNvPr>
          <p:cNvSpPr>
            <a:spLocks noGrp="1"/>
          </p:cNvSpPr>
          <p:nvPr>
            <p:ph type="title"/>
          </p:nvPr>
        </p:nvSpPr>
        <p:spPr>
          <a:xfrm>
            <a:off x="609600" y="365125"/>
            <a:ext cx="7543800" cy="2911475"/>
          </a:xfrm>
        </p:spPr>
        <p:txBody>
          <a:bodyPr>
            <a:normAutofit fontScale="90000"/>
          </a:bodyPr>
          <a:lstStyle/>
          <a:p>
            <a:r>
              <a:rPr lang="en-US" dirty="0"/>
              <a:t>Run the program now, it opens a google maps activity and puts a marker that defaults to Australia.</a:t>
            </a:r>
            <a:br>
              <a:rPr lang="en-CA" dirty="0"/>
            </a:br>
            <a:endParaRPr lang="en-CA" dirty="0"/>
          </a:p>
        </p:txBody>
      </p:sp>
      <p:pic>
        <p:nvPicPr>
          <p:cNvPr id="7" name="Picture 6" descr="Image of App running showing google maps">
            <a:extLst>
              <a:ext uri="{FF2B5EF4-FFF2-40B4-BE49-F238E27FC236}">
                <a16:creationId xmlns:a16="http://schemas.microsoft.com/office/drawing/2014/main" id="{8E35008E-6262-8196-C326-CF591E568099}"/>
              </a:ext>
            </a:extLst>
          </p:cNvPr>
          <p:cNvPicPr>
            <a:picLocks noChangeAspect="1"/>
          </p:cNvPicPr>
          <p:nvPr/>
        </p:nvPicPr>
        <p:blipFill>
          <a:blip r:embed="rId2"/>
          <a:stretch>
            <a:fillRect/>
          </a:stretch>
        </p:blipFill>
        <p:spPr>
          <a:xfrm>
            <a:off x="8458200" y="1447800"/>
            <a:ext cx="2420815" cy="52450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CA" dirty="0"/>
              <a:t>Location and Google Play Services</a:t>
            </a:r>
          </a:p>
        </p:txBody>
      </p:sp>
      <p:sp>
        <p:nvSpPr>
          <p:cNvPr id="5" name="Content Placeholder 4"/>
          <p:cNvSpPr>
            <a:spLocks noGrp="1"/>
          </p:cNvSpPr>
          <p:nvPr>
            <p:ph sz="half" idx="2"/>
          </p:nvPr>
        </p:nvSpPr>
        <p:spPr>
          <a:xfrm>
            <a:off x="304800" y="1698307"/>
            <a:ext cx="4343400" cy="4626293"/>
          </a:xfrm>
        </p:spPr>
        <p:txBody>
          <a:bodyPr/>
          <a:lstStyle/>
          <a:p>
            <a:pPr marL="0" indent="0">
              <a:buNone/>
              <a:defRPr/>
            </a:pPr>
            <a:r>
              <a:rPr lang="en-CA" dirty="0"/>
              <a:t>Notice the </a:t>
            </a:r>
            <a:r>
              <a:rPr lang="en-CA" dirty="0" err="1"/>
              <a:t>build.gradle</a:t>
            </a:r>
            <a:r>
              <a:rPr lang="en-CA" dirty="0"/>
              <a:t> compiles the play-services-maps in your project</a:t>
            </a:r>
          </a:p>
        </p:txBody>
      </p:sp>
      <p:pic>
        <p:nvPicPr>
          <p:cNvPr id="4" name="Picture 3" descr="module gradle after adding google maps, location, and places">
            <a:extLst>
              <a:ext uri="{FF2B5EF4-FFF2-40B4-BE49-F238E27FC236}">
                <a16:creationId xmlns:a16="http://schemas.microsoft.com/office/drawing/2014/main" id="{945E60C4-D3B0-BEB4-A04C-85BCA76A2229}"/>
              </a:ext>
            </a:extLst>
          </p:cNvPr>
          <p:cNvPicPr>
            <a:picLocks noChangeAspect="1"/>
          </p:cNvPicPr>
          <p:nvPr/>
        </p:nvPicPr>
        <p:blipFill>
          <a:blip r:embed="rId2"/>
          <a:stretch>
            <a:fillRect/>
          </a:stretch>
        </p:blipFill>
        <p:spPr>
          <a:xfrm>
            <a:off x="4882356" y="2193608"/>
            <a:ext cx="6937349" cy="4510097"/>
          </a:xfrm>
          <a:prstGeom prst="rect">
            <a:avLst/>
          </a:prstGeom>
        </p:spPr>
      </p:pic>
    </p:spTree>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47428100-C732-4B2E-A30A-5273F581A0F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Depth</Template>
  <TotalTime>2612</TotalTime>
  <Words>357</Words>
  <Application>Microsoft Office PowerPoint</Application>
  <PresentationFormat>Widescreen</PresentationFormat>
  <Paragraphs>43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Corbel</vt:lpstr>
      <vt:lpstr>Tahoma</vt:lpstr>
      <vt:lpstr>Depth</vt:lpstr>
      <vt:lpstr>Google Maps </vt:lpstr>
      <vt:lpstr>Your Emulators need PlayStore, we installed one that did</vt:lpstr>
      <vt:lpstr>Google Maps Key</vt:lpstr>
      <vt:lpstr>Getting your SHA1 key, tied to hardware</vt:lpstr>
      <vt:lpstr> Click on the link in the android manifest file, Add your package name and SHA1</vt:lpstr>
      <vt:lpstr>Generate an API key</vt:lpstr>
      <vt:lpstr>Reference on how to set up your maps api key</vt:lpstr>
      <vt:lpstr>Copy the API key created</vt:lpstr>
      <vt:lpstr>Google Maps API Key</vt:lpstr>
      <vt:lpstr>Run the program now, it opens a google maps activity and puts a marker that defaults to Australia. </vt:lpstr>
      <vt:lpstr>Location and Google Play Services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Herve</dc:creator>
  <cp:lastModifiedBy>Wong, Lianne</cp:lastModifiedBy>
  <cp:revision>617</cp:revision>
  <dcterms:created xsi:type="dcterms:W3CDTF">2014-11-09T01:10:48Z</dcterms:created>
  <dcterms:modified xsi:type="dcterms:W3CDTF">2025-10-04T16:07:05Z</dcterms:modified>
</cp:coreProperties>
</file>