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473" r:id="rId3"/>
    <p:sldId id="474" r:id="rId4"/>
    <p:sldId id="476" r:id="rId5"/>
    <p:sldId id="477" r:id="rId6"/>
    <p:sldId id="478" r:id="rId7"/>
    <p:sldId id="480" r:id="rId8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24486C"/>
    <a:srgbClr val="336699"/>
    <a:srgbClr val="9078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2" autoAdjust="0"/>
    <p:restoredTop sz="94625" autoAdjust="0"/>
  </p:normalViewPr>
  <p:slideViewPr>
    <p:cSldViewPr>
      <p:cViewPr varScale="1">
        <p:scale>
          <a:sx n="76" d="100"/>
          <a:sy n="76" d="100"/>
        </p:scale>
        <p:origin x="270" y="3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1" y="6350"/>
            <a:ext cx="12187767" cy="6851650"/>
            <a:chOff x="0" y="4"/>
            <a:chExt cx="5758" cy="4316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1161"/>
              <a:ext cx="5758" cy="3159"/>
              <a:chOff x="0" y="1161"/>
              <a:chExt cx="5758" cy="3159"/>
            </a:xfrm>
          </p:grpSpPr>
          <p:sp>
            <p:nvSpPr>
              <p:cNvPr id="16" name="Freeform 4"/>
              <p:cNvSpPr>
                <a:spLocks/>
              </p:cNvSpPr>
              <p:nvPr/>
            </p:nvSpPr>
            <p:spPr bwMode="hidden">
              <a:xfrm>
                <a:off x="558" y="1161"/>
                <a:ext cx="5200" cy="3159"/>
              </a:xfrm>
              <a:custGeom>
                <a:avLst/>
                <a:gdLst>
                  <a:gd name="T0" fmla="*/ 0 w 5184"/>
                  <a:gd name="T1" fmla="*/ 3159 h 3159"/>
                  <a:gd name="T2" fmla="*/ 5428 w 5184"/>
                  <a:gd name="T3" fmla="*/ 3159 h 3159"/>
                  <a:gd name="T4" fmla="*/ 5428 w 5184"/>
                  <a:gd name="T5" fmla="*/ 0 h 3159"/>
                  <a:gd name="T6" fmla="*/ 0 w 5184"/>
                  <a:gd name="T7" fmla="*/ 0 h 3159"/>
                  <a:gd name="T8" fmla="*/ 0 w 5184"/>
                  <a:gd name="T9" fmla="*/ 3159 h 3159"/>
                  <a:gd name="T10" fmla="*/ 0 w 5184"/>
                  <a:gd name="T11" fmla="*/ 3159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184" h="3159">
                    <a:moveTo>
                      <a:pt x="0" y="3159"/>
                    </a:moveTo>
                    <a:lnTo>
                      <a:pt x="5184" y="3159"/>
                    </a:lnTo>
                    <a:lnTo>
                      <a:pt x="5184" y="0"/>
                    </a:lnTo>
                    <a:lnTo>
                      <a:pt x="0" y="0"/>
                    </a:lnTo>
                    <a:lnTo>
                      <a:pt x="0" y="3159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7" name="Freeform 5"/>
              <p:cNvSpPr>
                <a:spLocks/>
              </p:cNvSpPr>
              <p:nvPr/>
            </p:nvSpPr>
            <p:spPr bwMode="hidden">
              <a:xfrm>
                <a:off x="0" y="1161"/>
                <a:ext cx="558" cy="3159"/>
              </a:xfrm>
              <a:custGeom>
                <a:avLst/>
                <a:gdLst>
                  <a:gd name="T0" fmla="*/ 0 w 556"/>
                  <a:gd name="T1" fmla="*/ 0 h 3159"/>
                  <a:gd name="T2" fmla="*/ 0 w 556"/>
                  <a:gd name="T3" fmla="*/ 3159 h 3159"/>
                  <a:gd name="T4" fmla="*/ 586 w 556"/>
                  <a:gd name="T5" fmla="*/ 3159 h 3159"/>
                  <a:gd name="T6" fmla="*/ 586 w 556"/>
                  <a:gd name="T7" fmla="*/ 0 h 3159"/>
                  <a:gd name="T8" fmla="*/ 0 w 556"/>
                  <a:gd name="T9" fmla="*/ 0 h 3159"/>
                  <a:gd name="T10" fmla="*/ 0 w 556"/>
                  <a:gd name="T11" fmla="*/ 0 h 31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56" h="3159">
                    <a:moveTo>
                      <a:pt x="0" y="0"/>
                    </a:moveTo>
                    <a:lnTo>
                      <a:pt x="0" y="3159"/>
                    </a:lnTo>
                    <a:lnTo>
                      <a:pt x="556" y="3159"/>
                    </a:lnTo>
                    <a:lnTo>
                      <a:pt x="556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</p:grpSp>
        <p:sp>
          <p:nvSpPr>
            <p:cNvPr id="6" name="Freeform 6"/>
            <p:cNvSpPr>
              <a:spLocks/>
            </p:cNvSpPr>
            <p:nvPr/>
          </p:nvSpPr>
          <p:spPr bwMode="ltGray">
            <a:xfrm>
              <a:off x="552" y="951"/>
              <a:ext cx="12" cy="42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420"/>
                </a:cxn>
                <a:cxn ang="0">
                  <a:pos x="12" y="420"/>
                </a:cxn>
                <a:cxn ang="0">
                  <a:pos x="12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 w="12" h="420">
                  <a:moveTo>
                    <a:pt x="0" y="0"/>
                  </a:moveTo>
                  <a:lnTo>
                    <a:pt x="0" y="420"/>
                  </a:lnTo>
                  <a:lnTo>
                    <a:pt x="12" y="420"/>
                  </a:lnTo>
                  <a:lnTo>
                    <a:pt x="1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50000">
                  <a:schemeClr val="hlink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" name="Freeform 7"/>
            <p:cNvSpPr>
              <a:spLocks/>
            </p:cNvSpPr>
            <p:nvPr/>
          </p:nvSpPr>
          <p:spPr bwMode="ltGray">
            <a:xfrm>
              <a:off x="767" y="1155"/>
              <a:ext cx="252" cy="12"/>
            </a:xfrm>
            <a:custGeom>
              <a:avLst/>
              <a:gdLst>
                <a:gd name="T0" fmla="*/ 266 w 251"/>
                <a:gd name="T1" fmla="*/ 0 h 12"/>
                <a:gd name="T2" fmla="*/ 0 w 251"/>
                <a:gd name="T3" fmla="*/ 0 h 12"/>
                <a:gd name="T4" fmla="*/ 0 w 251"/>
                <a:gd name="T5" fmla="*/ 12 h 12"/>
                <a:gd name="T6" fmla="*/ 266 w 251"/>
                <a:gd name="T7" fmla="*/ 12 h 12"/>
                <a:gd name="T8" fmla="*/ 266 w 251"/>
                <a:gd name="T9" fmla="*/ 0 h 12"/>
                <a:gd name="T10" fmla="*/ 266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251" y="0"/>
                  </a:moveTo>
                  <a:lnTo>
                    <a:pt x="0" y="0"/>
                  </a:ln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8" name="Freeform 8"/>
            <p:cNvSpPr>
              <a:spLocks/>
            </p:cNvSpPr>
            <p:nvPr/>
          </p:nvSpPr>
          <p:spPr bwMode="ltGray">
            <a:xfrm>
              <a:off x="0" y="1155"/>
              <a:ext cx="351" cy="12"/>
            </a:xfrm>
            <a:custGeom>
              <a:avLst/>
              <a:gdLst>
                <a:gd name="T0" fmla="*/ 0 w 251"/>
                <a:gd name="T1" fmla="*/ 0 h 12"/>
                <a:gd name="T2" fmla="*/ 0 w 251"/>
                <a:gd name="T3" fmla="*/ 12 h 12"/>
                <a:gd name="T4" fmla="*/ 38430 w 251"/>
                <a:gd name="T5" fmla="*/ 12 h 12"/>
                <a:gd name="T6" fmla="*/ 38430 w 251"/>
                <a:gd name="T7" fmla="*/ 0 h 12"/>
                <a:gd name="T8" fmla="*/ 0 w 251"/>
                <a:gd name="T9" fmla="*/ 0 h 12"/>
                <a:gd name="T10" fmla="*/ 0 w 25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1" h="12">
                  <a:moveTo>
                    <a:pt x="0" y="0"/>
                  </a:moveTo>
                  <a:lnTo>
                    <a:pt x="0" y="12"/>
                  </a:lnTo>
                  <a:lnTo>
                    <a:pt x="251" y="12"/>
                  </a:lnTo>
                  <a:lnTo>
                    <a:pt x="251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2"/>
                </a:gs>
                <a:gs pos="100000">
                  <a:schemeClr val="accent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grpSp>
          <p:nvGrpSpPr>
            <p:cNvPr id="9" name="Group 9"/>
            <p:cNvGrpSpPr>
              <a:grpSpLocks/>
            </p:cNvGrpSpPr>
            <p:nvPr/>
          </p:nvGrpSpPr>
          <p:grpSpPr bwMode="auto">
            <a:xfrm>
              <a:off x="348" y="4"/>
              <a:ext cx="5410" cy="4316"/>
              <a:chOff x="348" y="4"/>
              <a:chExt cx="5410" cy="4316"/>
            </a:xfrm>
          </p:grpSpPr>
          <p:sp>
            <p:nvSpPr>
              <p:cNvPr id="10" name="Freeform 10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1" name="Freeform 11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2" name="Freeform 12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953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953 w 4724"/>
                  <a:gd name="T7" fmla="*/ 12 h 12"/>
                  <a:gd name="T8" fmla="*/ 4953 w 4724"/>
                  <a:gd name="T9" fmla="*/ 0 h 12"/>
                  <a:gd name="T10" fmla="*/ 4953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3" name="Freeform 13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4" name="Freeform 14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5" name="Freeform 15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18" y="12"/>
                  </a:cxn>
                  <a:cxn ang="0">
                    <a:pos x="418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110608" name="Rectangle 16"/>
          <p:cNvSpPr>
            <a:spLocks noGrp="1" noChangeArrowheads="1"/>
          </p:cNvSpPr>
          <p:nvPr>
            <p:ph type="ctrTitle" sz="quarter"/>
          </p:nvPr>
        </p:nvSpPr>
        <p:spPr>
          <a:xfrm>
            <a:off x="1422400" y="1997076"/>
            <a:ext cx="9448800" cy="1431925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0609" name="Rectangle 1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422400" y="3886200"/>
            <a:ext cx="8534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Rectangle 18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" name="Rectangle 19"/>
          <p:cNvSpPr>
            <a:spLocks noGrp="1" noChangeArrowheads="1"/>
          </p:cNvSpPr>
          <p:nvPr>
            <p:ph type="ftr" sz="quarter" idx="11"/>
          </p:nvPr>
        </p:nvSpPr>
        <p:spPr>
          <a:xfrm>
            <a:off x="44704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" name="Rectangle 20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281D62-F355-4919-8001-23F823AF700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20292998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CA80FA-30CC-4CE4-9723-C8A985F1317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67355934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0E6BA9-4B9B-4E63-A503-411005439F7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8465529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2400" y="1981200"/>
            <a:ext cx="4927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53200" y="1981200"/>
            <a:ext cx="49276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5F634-1283-4CBD-AD5C-FA71BD0FDD5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1939085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B634E8-CFEB-4CB3-B7AD-61DFD3D02B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837055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8B1502-B1FE-47FB-8931-892F5A4A8D4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3825676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423652-9EFD-46C0-9E59-F66A9EBC4C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6770531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7D6E34-25BB-4A8D-A9B1-0F74589CAEF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0899340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7C6670-6047-4544-BCEA-06B389B1DA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4419458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737AA9-7D5F-4D7D-A2A7-087ACA5825A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25594879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66200" y="304800"/>
            <a:ext cx="2514600" cy="5791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22400" y="304800"/>
            <a:ext cx="7340600" cy="5791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9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6D819-B3CA-4126-A3B3-A5BDFC4160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4598898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1" y="6350"/>
            <a:ext cx="12187767" cy="6851650"/>
            <a:chOff x="0" y="4"/>
            <a:chExt cx="5758" cy="4316"/>
          </a:xfrm>
        </p:grpSpPr>
        <p:sp>
          <p:nvSpPr>
            <p:cNvPr id="1032" name="Freeform 3"/>
            <p:cNvSpPr>
              <a:spLocks/>
            </p:cNvSpPr>
            <p:nvPr/>
          </p:nvSpPr>
          <p:spPr bwMode="hidden">
            <a:xfrm>
              <a:off x="558" y="1161"/>
              <a:ext cx="5200" cy="3159"/>
            </a:xfrm>
            <a:custGeom>
              <a:avLst/>
              <a:gdLst>
                <a:gd name="T0" fmla="*/ 0 w 5184"/>
                <a:gd name="T1" fmla="*/ 3159 h 3159"/>
                <a:gd name="T2" fmla="*/ 5428 w 5184"/>
                <a:gd name="T3" fmla="*/ 3159 h 3159"/>
                <a:gd name="T4" fmla="*/ 5428 w 5184"/>
                <a:gd name="T5" fmla="*/ 0 h 3159"/>
                <a:gd name="T6" fmla="*/ 0 w 5184"/>
                <a:gd name="T7" fmla="*/ 0 h 3159"/>
                <a:gd name="T8" fmla="*/ 0 w 5184"/>
                <a:gd name="T9" fmla="*/ 3159 h 3159"/>
                <a:gd name="T10" fmla="*/ 0 w 5184"/>
                <a:gd name="T11" fmla="*/ 3159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84" h="3159">
                  <a:moveTo>
                    <a:pt x="0" y="3159"/>
                  </a:moveTo>
                  <a:lnTo>
                    <a:pt x="5184" y="3159"/>
                  </a:lnTo>
                  <a:lnTo>
                    <a:pt x="5184" y="0"/>
                  </a:lnTo>
                  <a:lnTo>
                    <a:pt x="0" y="0"/>
                  </a:lnTo>
                  <a:lnTo>
                    <a:pt x="0" y="3159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sp>
          <p:nvSpPr>
            <p:cNvPr id="1033" name="Freeform 4"/>
            <p:cNvSpPr>
              <a:spLocks/>
            </p:cNvSpPr>
            <p:nvPr/>
          </p:nvSpPr>
          <p:spPr bwMode="hidden">
            <a:xfrm>
              <a:off x="0" y="1161"/>
              <a:ext cx="558" cy="3159"/>
            </a:xfrm>
            <a:custGeom>
              <a:avLst/>
              <a:gdLst>
                <a:gd name="T0" fmla="*/ 0 w 556"/>
                <a:gd name="T1" fmla="*/ 0 h 3159"/>
                <a:gd name="T2" fmla="*/ 0 w 556"/>
                <a:gd name="T3" fmla="*/ 3159 h 3159"/>
                <a:gd name="T4" fmla="*/ 586 w 556"/>
                <a:gd name="T5" fmla="*/ 3159 h 3159"/>
                <a:gd name="T6" fmla="*/ 586 w 556"/>
                <a:gd name="T7" fmla="*/ 0 h 3159"/>
                <a:gd name="T8" fmla="*/ 0 w 556"/>
                <a:gd name="T9" fmla="*/ 0 h 3159"/>
                <a:gd name="T10" fmla="*/ 0 w 556"/>
                <a:gd name="T11" fmla="*/ 0 h 31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6" h="3159">
                  <a:moveTo>
                    <a:pt x="0" y="0"/>
                  </a:moveTo>
                  <a:lnTo>
                    <a:pt x="0" y="3159"/>
                  </a:lnTo>
                  <a:lnTo>
                    <a:pt x="556" y="3159"/>
                  </a:lnTo>
                  <a:lnTo>
                    <a:pt x="55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CA"/>
            </a:p>
          </p:txBody>
        </p:sp>
        <p:grpSp>
          <p:nvGrpSpPr>
            <p:cNvPr id="1034" name="Group 5"/>
            <p:cNvGrpSpPr>
              <a:grpSpLocks/>
            </p:cNvGrpSpPr>
            <p:nvPr userDrawn="1"/>
          </p:nvGrpSpPr>
          <p:grpSpPr bwMode="auto">
            <a:xfrm>
              <a:off x="0" y="4"/>
              <a:ext cx="5758" cy="4316"/>
              <a:chOff x="0" y="4"/>
              <a:chExt cx="5758" cy="4316"/>
            </a:xfrm>
          </p:grpSpPr>
          <p:sp>
            <p:nvSpPr>
              <p:cNvPr id="1035" name="Freeform 6"/>
              <p:cNvSpPr>
                <a:spLocks/>
              </p:cNvSpPr>
              <p:nvPr/>
            </p:nvSpPr>
            <p:spPr bwMode="ltGray">
              <a:xfrm>
                <a:off x="552" y="4"/>
                <a:ext cx="12" cy="695"/>
              </a:xfrm>
              <a:custGeom>
                <a:avLst/>
                <a:gdLst>
                  <a:gd name="T0" fmla="*/ 12 w 12"/>
                  <a:gd name="T1" fmla="*/ 0 h 695"/>
                  <a:gd name="T2" fmla="*/ 0 w 12"/>
                  <a:gd name="T3" fmla="*/ 0 h 695"/>
                  <a:gd name="T4" fmla="*/ 0 w 12"/>
                  <a:gd name="T5" fmla="*/ 695 h 695"/>
                  <a:gd name="T6" fmla="*/ 12 w 12"/>
                  <a:gd name="T7" fmla="*/ 695 h 695"/>
                  <a:gd name="T8" fmla="*/ 12 w 12"/>
                  <a:gd name="T9" fmla="*/ 0 h 695"/>
                  <a:gd name="T10" fmla="*/ 12 w 12"/>
                  <a:gd name="T11" fmla="*/ 0 h 6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695">
                    <a:moveTo>
                      <a:pt x="12" y="0"/>
                    </a:moveTo>
                    <a:lnTo>
                      <a:pt x="0" y="0"/>
                    </a:lnTo>
                    <a:lnTo>
                      <a:pt x="0" y="695"/>
                    </a:lnTo>
                    <a:lnTo>
                      <a:pt x="12" y="695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036" name="Freeform 7"/>
              <p:cNvSpPr>
                <a:spLocks/>
              </p:cNvSpPr>
              <p:nvPr/>
            </p:nvSpPr>
            <p:spPr bwMode="ltGray">
              <a:xfrm>
                <a:off x="552" y="1623"/>
                <a:ext cx="12" cy="2697"/>
              </a:xfrm>
              <a:custGeom>
                <a:avLst/>
                <a:gdLst>
                  <a:gd name="T0" fmla="*/ 0 w 12"/>
                  <a:gd name="T1" fmla="*/ 2697 h 2697"/>
                  <a:gd name="T2" fmla="*/ 12 w 12"/>
                  <a:gd name="T3" fmla="*/ 2697 h 2697"/>
                  <a:gd name="T4" fmla="*/ 12 w 12"/>
                  <a:gd name="T5" fmla="*/ 0 h 2697"/>
                  <a:gd name="T6" fmla="*/ 0 w 12"/>
                  <a:gd name="T7" fmla="*/ 0 h 2697"/>
                  <a:gd name="T8" fmla="*/ 0 w 12"/>
                  <a:gd name="T9" fmla="*/ 2697 h 2697"/>
                  <a:gd name="T10" fmla="*/ 0 w 12"/>
                  <a:gd name="T11" fmla="*/ 2697 h 269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697">
                    <a:moveTo>
                      <a:pt x="0" y="2697"/>
                    </a:moveTo>
                    <a:lnTo>
                      <a:pt x="12" y="2697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69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037" name="Freeform 8"/>
              <p:cNvSpPr>
                <a:spLocks/>
              </p:cNvSpPr>
              <p:nvPr/>
            </p:nvSpPr>
            <p:spPr bwMode="ltGray">
              <a:xfrm>
                <a:off x="1019" y="1155"/>
                <a:ext cx="4739" cy="12"/>
              </a:xfrm>
              <a:custGeom>
                <a:avLst/>
                <a:gdLst>
                  <a:gd name="T0" fmla="*/ 4953 w 4724"/>
                  <a:gd name="T1" fmla="*/ 0 h 12"/>
                  <a:gd name="T2" fmla="*/ 0 w 4724"/>
                  <a:gd name="T3" fmla="*/ 0 h 12"/>
                  <a:gd name="T4" fmla="*/ 0 w 4724"/>
                  <a:gd name="T5" fmla="*/ 12 h 12"/>
                  <a:gd name="T6" fmla="*/ 4953 w 4724"/>
                  <a:gd name="T7" fmla="*/ 12 h 12"/>
                  <a:gd name="T8" fmla="*/ 4953 w 4724"/>
                  <a:gd name="T9" fmla="*/ 0 h 12"/>
                  <a:gd name="T10" fmla="*/ 4953 w 4724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724" h="12">
                    <a:moveTo>
                      <a:pt x="4724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4724" y="12"/>
                    </a:lnTo>
                    <a:lnTo>
                      <a:pt x="472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038" name="Freeform 9"/>
              <p:cNvSpPr>
                <a:spLocks/>
              </p:cNvSpPr>
              <p:nvPr/>
            </p:nvSpPr>
            <p:spPr bwMode="ltGray">
              <a:xfrm>
                <a:off x="552" y="1371"/>
                <a:ext cx="12" cy="252"/>
              </a:xfrm>
              <a:custGeom>
                <a:avLst/>
                <a:gdLst>
                  <a:gd name="T0" fmla="*/ 0 w 12"/>
                  <a:gd name="T1" fmla="*/ 252 h 252"/>
                  <a:gd name="T2" fmla="*/ 12 w 12"/>
                  <a:gd name="T3" fmla="*/ 252 h 252"/>
                  <a:gd name="T4" fmla="*/ 12 w 12"/>
                  <a:gd name="T5" fmla="*/ 0 h 252"/>
                  <a:gd name="T6" fmla="*/ 0 w 12"/>
                  <a:gd name="T7" fmla="*/ 0 h 252"/>
                  <a:gd name="T8" fmla="*/ 0 w 12"/>
                  <a:gd name="T9" fmla="*/ 252 h 252"/>
                  <a:gd name="T10" fmla="*/ 0 w 12"/>
                  <a:gd name="T11" fmla="*/ 252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0" y="252"/>
                    </a:moveTo>
                    <a:lnTo>
                      <a:pt x="12" y="252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25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039" name="Freeform 10"/>
              <p:cNvSpPr>
                <a:spLocks/>
              </p:cNvSpPr>
              <p:nvPr/>
            </p:nvSpPr>
            <p:spPr bwMode="ltGray">
              <a:xfrm>
                <a:off x="552" y="699"/>
                <a:ext cx="12" cy="252"/>
              </a:xfrm>
              <a:custGeom>
                <a:avLst/>
                <a:gdLst>
                  <a:gd name="T0" fmla="*/ 12 w 12"/>
                  <a:gd name="T1" fmla="*/ 0 h 252"/>
                  <a:gd name="T2" fmla="*/ 0 w 12"/>
                  <a:gd name="T3" fmla="*/ 0 h 252"/>
                  <a:gd name="T4" fmla="*/ 0 w 12"/>
                  <a:gd name="T5" fmla="*/ 252 h 252"/>
                  <a:gd name="T6" fmla="*/ 12 w 12"/>
                  <a:gd name="T7" fmla="*/ 252 h 252"/>
                  <a:gd name="T8" fmla="*/ 12 w 12"/>
                  <a:gd name="T9" fmla="*/ 0 h 252"/>
                  <a:gd name="T10" fmla="*/ 12 w 12"/>
                  <a:gd name="T11" fmla="*/ 0 h 25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2" h="252">
                    <a:moveTo>
                      <a:pt x="12" y="0"/>
                    </a:moveTo>
                    <a:lnTo>
                      <a:pt x="0" y="0"/>
                    </a:lnTo>
                    <a:lnTo>
                      <a:pt x="0" y="252"/>
                    </a:lnTo>
                    <a:lnTo>
                      <a:pt x="12" y="252"/>
                    </a:lnTo>
                    <a:lnTo>
                      <a:pt x="1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09579" name="Freeform 11"/>
              <p:cNvSpPr>
                <a:spLocks/>
              </p:cNvSpPr>
              <p:nvPr/>
            </p:nvSpPr>
            <p:spPr bwMode="ltGray">
              <a:xfrm>
                <a:off x="552" y="951"/>
                <a:ext cx="12" cy="42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420"/>
                  </a:cxn>
                  <a:cxn ang="0">
                    <a:pos x="12" y="420"/>
                  </a:cxn>
                  <a:cxn ang="0">
                    <a:pos x="12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12" h="420">
                    <a:moveTo>
                      <a:pt x="0" y="0"/>
                    </a:moveTo>
                    <a:lnTo>
                      <a:pt x="0" y="420"/>
                    </a:lnTo>
                    <a:lnTo>
                      <a:pt x="12" y="420"/>
                    </a:lnTo>
                    <a:lnTo>
                      <a:pt x="12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041" name="Freeform 12"/>
              <p:cNvSpPr>
                <a:spLocks/>
              </p:cNvSpPr>
              <p:nvPr/>
            </p:nvSpPr>
            <p:spPr bwMode="ltGray">
              <a:xfrm>
                <a:off x="0" y="1155"/>
                <a:ext cx="351" cy="12"/>
              </a:xfrm>
              <a:custGeom>
                <a:avLst/>
                <a:gdLst>
                  <a:gd name="T0" fmla="*/ 0 w 251"/>
                  <a:gd name="T1" fmla="*/ 0 h 12"/>
                  <a:gd name="T2" fmla="*/ 0 w 251"/>
                  <a:gd name="T3" fmla="*/ 12 h 12"/>
                  <a:gd name="T4" fmla="*/ 38430 w 251"/>
                  <a:gd name="T5" fmla="*/ 12 h 12"/>
                  <a:gd name="T6" fmla="*/ 38430 w 251"/>
                  <a:gd name="T7" fmla="*/ 0 h 12"/>
                  <a:gd name="T8" fmla="*/ 0 w 251"/>
                  <a:gd name="T9" fmla="*/ 0 h 12"/>
                  <a:gd name="T10" fmla="*/ 0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0" y="0"/>
                    </a:move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accent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042" name="Freeform 13"/>
              <p:cNvSpPr>
                <a:spLocks/>
              </p:cNvSpPr>
              <p:nvPr/>
            </p:nvSpPr>
            <p:spPr bwMode="ltGray">
              <a:xfrm>
                <a:off x="767" y="1155"/>
                <a:ext cx="252" cy="12"/>
              </a:xfrm>
              <a:custGeom>
                <a:avLst/>
                <a:gdLst>
                  <a:gd name="T0" fmla="*/ 266 w 251"/>
                  <a:gd name="T1" fmla="*/ 0 h 12"/>
                  <a:gd name="T2" fmla="*/ 0 w 251"/>
                  <a:gd name="T3" fmla="*/ 0 h 12"/>
                  <a:gd name="T4" fmla="*/ 0 w 251"/>
                  <a:gd name="T5" fmla="*/ 12 h 12"/>
                  <a:gd name="T6" fmla="*/ 266 w 251"/>
                  <a:gd name="T7" fmla="*/ 12 h 12"/>
                  <a:gd name="T8" fmla="*/ 266 w 251"/>
                  <a:gd name="T9" fmla="*/ 0 h 12"/>
                  <a:gd name="T10" fmla="*/ 266 w 251"/>
                  <a:gd name="T11" fmla="*/ 0 h 1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51" h="12">
                    <a:moveTo>
                      <a:pt x="251" y="0"/>
                    </a:moveTo>
                    <a:lnTo>
                      <a:pt x="0" y="0"/>
                    </a:lnTo>
                    <a:lnTo>
                      <a:pt x="0" y="12"/>
                    </a:lnTo>
                    <a:lnTo>
                      <a:pt x="251" y="12"/>
                    </a:lnTo>
                    <a:lnTo>
                      <a:pt x="251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2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CA"/>
              </a:p>
            </p:txBody>
          </p:sp>
          <p:sp>
            <p:nvSpPr>
              <p:cNvPr id="109582" name="Freeform 14"/>
              <p:cNvSpPr>
                <a:spLocks/>
              </p:cNvSpPr>
              <p:nvPr/>
            </p:nvSpPr>
            <p:spPr bwMode="ltGray">
              <a:xfrm>
                <a:off x="348" y="1155"/>
                <a:ext cx="419" cy="1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18" y="12"/>
                  </a:cxn>
                  <a:cxn ang="0">
                    <a:pos x="418" y="0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418" h="12">
                    <a:moveTo>
                      <a:pt x="0" y="0"/>
                    </a:moveTo>
                    <a:lnTo>
                      <a:pt x="0" y="12"/>
                    </a:lnTo>
                    <a:lnTo>
                      <a:pt x="418" y="12"/>
                    </a:lnTo>
                    <a:lnTo>
                      <a:pt x="418" y="0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50000">
                    <a:schemeClr val="hlink"/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en-US"/>
              </a:p>
            </p:txBody>
          </p:sp>
        </p:grpSp>
      </p:grpSp>
      <p:sp>
        <p:nvSpPr>
          <p:cNvPr id="109583" name="Rectangle 15"/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304801"/>
            <a:ext cx="10058400" cy="1431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9584" name="Rectangle 16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22400" y="1981200"/>
            <a:ext cx="10058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9585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22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86" name="Rectangle 1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587" name="Rectangle 1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9408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10E46034-4E46-45EC-B3E7-0F93ABC0876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929" r:id="rId1"/>
    <p:sldLayoutId id="2147483919" r:id="rId2"/>
    <p:sldLayoutId id="2147483920" r:id="rId3"/>
    <p:sldLayoutId id="2147483921" r:id="rId4"/>
    <p:sldLayoutId id="2147483922" r:id="rId5"/>
    <p:sldLayoutId id="2147483923" r:id="rId6"/>
    <p:sldLayoutId id="2147483924" r:id="rId7"/>
    <p:sldLayoutId id="2147483925" r:id="rId8"/>
    <p:sldLayoutId id="2147483926" r:id="rId9"/>
    <p:sldLayoutId id="2147483927" r:id="rId10"/>
    <p:sldLayoutId id="2147483928" r:id="rId11"/>
  </p:sldLayoutIdLst>
  <p:transition spd="med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anose="05000000000000000000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70000"/>
        <a:buFont typeface="Wingdings" pitchFamily="2" charset="2"/>
        <a:buChar char="n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/>
              <a:t>ViewBinding</a:t>
            </a:r>
            <a:endParaRPr lang="en-US" dirty="0"/>
          </a:p>
        </p:txBody>
      </p:sp>
      <p:sp>
        <p:nvSpPr>
          <p:cNvPr id="175107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800" dirty="0"/>
              <a:t>Info5126 : </a:t>
            </a:r>
          </a:p>
          <a:p>
            <a:pPr eaLnBrk="1" hangingPunct="1">
              <a:defRPr/>
            </a:pPr>
            <a:r>
              <a:rPr lang="en-CA" sz="2800" dirty="0"/>
              <a:t>Mobile Development Advanced</a:t>
            </a:r>
            <a:endParaRPr lang="en-US" sz="2800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F3010-062B-813D-ED17-A763D2771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View Binding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97C48-95AE-B9EC-0DC0-C28DBD14D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subset of Data Binding</a:t>
            </a:r>
          </a:p>
          <a:p>
            <a:r>
              <a:rPr lang="en-US" dirty="0"/>
              <a:t>An instance of a binding class contains direct references to all views that have an ID in the corresponding layout</a:t>
            </a:r>
          </a:p>
          <a:p>
            <a:r>
              <a:rPr lang="en-US" dirty="0"/>
              <a:t>In most cases view binding replaces </a:t>
            </a:r>
            <a:r>
              <a:rPr lang="en-US" dirty="0" err="1"/>
              <a:t>findViewById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C5907E-4BEB-98EF-F2C6-F23B3F768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6126</a:t>
            </a:r>
          </a:p>
        </p:txBody>
      </p:sp>
    </p:spTree>
    <p:extLst>
      <p:ext uri="{BB962C8B-B14F-4D97-AF65-F5344CB8AC3E}">
        <p14:creationId xmlns:p14="http://schemas.microsoft.com/office/powerpoint/2010/main" val="1434366110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5E5A2-BF89-445A-B850-5D2897A92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Enabling view Binding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46E34-DFE5-4827-B418-04459E066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9521" y="1825625"/>
            <a:ext cx="104142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the </a:t>
            </a:r>
            <a:r>
              <a:rPr lang="en-US" dirty="0" err="1"/>
              <a:t>gradle</a:t>
            </a:r>
            <a:r>
              <a:rPr lang="en-US" dirty="0"/>
              <a:t> module set the </a:t>
            </a:r>
            <a:r>
              <a:rPr lang="en-US" dirty="0" err="1"/>
              <a:t>viewBinding</a:t>
            </a:r>
            <a:r>
              <a:rPr lang="en-US" dirty="0"/>
              <a:t> to true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buildFeatures</a:t>
            </a:r>
            <a:r>
              <a:rPr lang="en-US" dirty="0"/>
              <a:t>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viewBinding</a:t>
            </a:r>
            <a:r>
              <a:rPr lang="en-US" dirty="0"/>
              <a:t> = true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endParaRPr lang="en-US" dirty="0"/>
          </a:p>
          <a:p>
            <a:r>
              <a:rPr lang="en-CA" dirty="0"/>
              <a:t>Don’t forget to press sync now after adding the text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364AF-C244-47F6-A38B-0AA7984BE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/>
              <a:t>L Wong                                        INFO  6126</a:t>
            </a:r>
            <a:endParaRPr lang="en-CA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CE9E8-3128-4CA0-9AC8-A43D588A3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335210-D0D0-493B-AF75-6229EBC419C9}" type="slidenum">
              <a:rPr lang="en-CA" smtClean="0"/>
              <a:pPr/>
              <a:t>3</a:t>
            </a:fld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6724042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E8EB8-46A4-FE9F-45AE-13E7CFE18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getRoot</a:t>
            </a:r>
            <a:r>
              <a:rPr lang="en-US" dirty="0"/>
              <a:t>()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A5FDD-1829-9650-23CC-32939908D2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binding class also includes a </a:t>
            </a:r>
            <a:r>
              <a:rPr lang="en-US" dirty="0" err="1"/>
              <a:t>getRoot</a:t>
            </a:r>
            <a:r>
              <a:rPr lang="en-US" dirty="0"/>
              <a:t>() method which provides a direct reference to the root view of the corresponding layout file.   </a:t>
            </a:r>
            <a:r>
              <a:rPr lang="en-US" dirty="0" err="1"/>
              <a:t>ie</a:t>
            </a:r>
            <a:r>
              <a:rPr lang="en-US" dirty="0"/>
              <a:t>. </a:t>
            </a:r>
            <a:r>
              <a:rPr lang="en-US" dirty="0" err="1"/>
              <a:t>LinearLayout</a:t>
            </a:r>
            <a:r>
              <a:rPr lang="en-US" dirty="0"/>
              <a:t>…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6C102F0-A56E-F95F-8645-6AF851E5C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6126</a:t>
            </a:r>
          </a:p>
        </p:txBody>
      </p:sp>
    </p:spTree>
    <p:extLst>
      <p:ext uri="{BB962C8B-B14F-4D97-AF65-F5344CB8AC3E}">
        <p14:creationId xmlns:p14="http://schemas.microsoft.com/office/powerpoint/2010/main" val="122680395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4F041-BD4A-FB07-99F4-716DAB873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Setting up </a:t>
            </a:r>
            <a:r>
              <a:rPr lang="en-US" dirty="0" err="1"/>
              <a:t>viewBinding</a:t>
            </a:r>
            <a:r>
              <a:rPr lang="en-US" dirty="0"/>
              <a:t> in Activities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64A8CC-2BA0-35D2-B5D1-9EE1FDF8F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6126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7FC00B1-156D-2F80-B001-8C994F4F45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0000" y="2231581"/>
            <a:ext cx="9268884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private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lateinit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var binding: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ResultProfileBinding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override fun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onCreate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(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savedInstanceState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: Bundle?) {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super.onCreate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(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savedInstanceState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)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binding =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ResultProfileBinding.inflate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(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layoutInflater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)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   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setContentView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(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binding.root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)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}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27353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4F041-BD4A-FB07-99F4-716DAB873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viewBinding</a:t>
            </a:r>
            <a:r>
              <a:rPr lang="en-US" dirty="0"/>
              <a:t> in Activities</a:t>
            </a:r>
            <a:endParaRPr lang="en-CA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64A8CC-2BA0-35D2-B5D1-9EE1FDF8F3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6126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7FC00B1-156D-2F80-B001-8C994F4F454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20000" y="3462687"/>
            <a:ext cx="1050056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binding.name.text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= viewModel.name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binding.button.setOnClickListener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 {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viewModel.userClicked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ar(--devsite-code-font-family)"/>
              </a:rPr>
              <a:t>() }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0375007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0FCC8-D3F7-0110-FCEA-1F975514E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Binding naming conventions</a:t>
            </a:r>
            <a:endParaRPr lang="en-C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F9D18C-5102-9D43-78CF-141FC149F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736725"/>
            <a:ext cx="11811000" cy="4816473"/>
          </a:xfrm>
        </p:spPr>
        <p:txBody>
          <a:bodyPr/>
          <a:lstStyle/>
          <a:p>
            <a:r>
              <a:rPr lang="en-US" dirty="0"/>
              <a:t>Whatever ID’s of all elements are created inside the XML Layout file, the </a:t>
            </a:r>
            <a:r>
              <a:rPr lang="en-US" dirty="0" err="1"/>
              <a:t>ViewBinding</a:t>
            </a:r>
            <a:r>
              <a:rPr lang="en-US" dirty="0"/>
              <a:t> converts them to camel case. </a:t>
            </a:r>
            <a:r>
              <a:rPr lang="en-US" dirty="0" err="1"/>
              <a:t>android:id</a:t>
            </a:r>
            <a:r>
              <a:rPr lang="en-US" dirty="0"/>
              <a:t>=”</a:t>
            </a:r>
            <a:r>
              <a:rPr lang="en-US" dirty="0" err="1"/>
              <a:t>button_submit</a:t>
            </a:r>
            <a:r>
              <a:rPr lang="en-US" dirty="0"/>
              <a:t>” -&gt; </a:t>
            </a:r>
            <a:r>
              <a:rPr lang="en-US" dirty="0" err="1"/>
              <a:t>buttonSubmit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Binding classes will be generated in the format below:</a:t>
            </a:r>
            <a:endParaRPr lang="en-CA" dirty="0"/>
          </a:p>
          <a:p>
            <a:pPr marL="457200" lvl="1" indent="0">
              <a:buNone/>
            </a:pPr>
            <a:r>
              <a:rPr lang="en-CA" dirty="0"/>
              <a:t>Activity:     first_activity.xml </a:t>
            </a:r>
            <a:r>
              <a:rPr lang="en-CA" dirty="0">
                <a:sym typeface="Wingdings" panose="05000000000000000000" pitchFamily="2" charset="2"/>
              </a:rPr>
              <a:t> </a:t>
            </a:r>
            <a:r>
              <a:rPr lang="en-CA" dirty="0" err="1">
                <a:sym typeface="Wingdings" panose="05000000000000000000" pitchFamily="2" charset="2"/>
              </a:rPr>
              <a:t>ActivityFirstBinding</a:t>
            </a:r>
            <a:endParaRPr lang="en-CA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CA" dirty="0">
                <a:sym typeface="Wingdings" panose="05000000000000000000" pitchFamily="2" charset="2"/>
              </a:rPr>
              <a:t>Fragment:  second_fragment.xml  </a:t>
            </a:r>
            <a:r>
              <a:rPr lang="en-CA" dirty="0" err="1">
                <a:sym typeface="Wingdings" panose="05000000000000000000" pitchFamily="2" charset="2"/>
              </a:rPr>
              <a:t>FragmentSecondBinding</a:t>
            </a:r>
            <a:endParaRPr lang="en-CA" dirty="0"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CA" dirty="0">
                <a:sym typeface="Wingdings" panose="05000000000000000000" pitchFamily="2" charset="2"/>
              </a:rPr>
              <a:t>Item list layout:  </a:t>
            </a:r>
            <a:r>
              <a:rPr lang="en-CA" dirty="0" err="1">
                <a:sym typeface="Wingdings" panose="05000000000000000000" pitchFamily="2" charset="2"/>
              </a:rPr>
              <a:t>recycler_item_layout</a:t>
            </a:r>
            <a:r>
              <a:rPr lang="en-CA" dirty="0">
                <a:sym typeface="Wingdings" panose="05000000000000000000" pitchFamily="2" charset="2"/>
              </a:rPr>
              <a:t>  </a:t>
            </a:r>
            <a:r>
              <a:rPr lang="en-CA" dirty="0" err="1">
                <a:sym typeface="Wingdings" panose="05000000000000000000" pitchFamily="2" charset="2"/>
              </a:rPr>
              <a:t>RecyclerItemLayoutBinding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46DD4D-6301-9935-5336-F98EFECF8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L Wong                                           INFO 6126</a:t>
            </a:r>
          </a:p>
        </p:txBody>
      </p:sp>
    </p:spTree>
    <p:extLst>
      <p:ext uri="{BB962C8B-B14F-4D97-AF65-F5344CB8AC3E}">
        <p14:creationId xmlns:p14="http://schemas.microsoft.com/office/powerpoint/2010/main" val="9648275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Shimmer">
  <a:themeElements>
    <a:clrScheme name="Shimmer 2">
      <a:dk1>
        <a:srgbClr val="000099"/>
      </a:dk1>
      <a:lt1>
        <a:srgbClr val="FFFFFF"/>
      </a:lt1>
      <a:dk2>
        <a:srgbClr val="000066"/>
      </a:dk2>
      <a:lt2>
        <a:srgbClr val="EAEAEA"/>
      </a:lt2>
      <a:accent1>
        <a:srgbClr val="66CCFF"/>
      </a:accent1>
      <a:accent2>
        <a:srgbClr val="0066FF"/>
      </a:accent2>
      <a:accent3>
        <a:srgbClr val="AAAAB8"/>
      </a:accent3>
      <a:accent4>
        <a:srgbClr val="DADADA"/>
      </a:accent4>
      <a:accent5>
        <a:srgbClr val="B8E2FF"/>
      </a:accent5>
      <a:accent6>
        <a:srgbClr val="005CE7"/>
      </a:accent6>
      <a:hlink>
        <a:srgbClr val="FFFFCC"/>
      </a:hlink>
      <a:folHlink>
        <a:srgbClr val="99CC00"/>
      </a:folHlink>
    </a:clrScheme>
    <a:fontScheme name="Shimmer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Shimmer 1">
        <a:dk1>
          <a:srgbClr val="BD3737"/>
        </a:dk1>
        <a:lt1>
          <a:srgbClr val="FFFFFF"/>
        </a:lt1>
        <a:dk2>
          <a:srgbClr val="721E1E"/>
        </a:dk2>
        <a:lt2>
          <a:srgbClr val="FFCC00"/>
        </a:lt2>
        <a:accent1>
          <a:srgbClr val="FF6600"/>
        </a:accent1>
        <a:accent2>
          <a:srgbClr val="CC3300"/>
        </a:accent2>
        <a:accent3>
          <a:srgbClr val="BCABAB"/>
        </a:accent3>
        <a:accent4>
          <a:srgbClr val="DADADA"/>
        </a:accent4>
        <a:accent5>
          <a:srgbClr val="FFB8AA"/>
        </a:accent5>
        <a:accent6>
          <a:srgbClr val="B92D00"/>
        </a:accent6>
        <a:hlink>
          <a:srgbClr val="F7CC2F"/>
        </a:hlink>
        <a:folHlink>
          <a:srgbClr val="C7C6B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2">
        <a:dk1>
          <a:srgbClr val="000099"/>
        </a:dk1>
        <a:lt1>
          <a:srgbClr val="FFFFFF"/>
        </a:lt1>
        <a:dk2>
          <a:srgbClr val="000066"/>
        </a:dk2>
        <a:lt2>
          <a:srgbClr val="EAEAEA"/>
        </a:lt2>
        <a:accent1>
          <a:srgbClr val="66CCFF"/>
        </a:accent1>
        <a:accent2>
          <a:srgbClr val="0066FF"/>
        </a:accent2>
        <a:accent3>
          <a:srgbClr val="AAAAB8"/>
        </a:accent3>
        <a:accent4>
          <a:srgbClr val="DADADA"/>
        </a:accent4>
        <a:accent5>
          <a:srgbClr val="B8E2FF"/>
        </a:accent5>
        <a:accent6>
          <a:srgbClr val="005CE7"/>
        </a:accent6>
        <a:hlink>
          <a:srgbClr val="FFFFCC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3">
        <a:dk1>
          <a:srgbClr val="6600CC"/>
        </a:dk1>
        <a:lt1>
          <a:srgbClr val="FFFFFF"/>
        </a:lt1>
        <a:dk2>
          <a:srgbClr val="4B0096"/>
        </a:dk2>
        <a:lt2>
          <a:srgbClr val="CDD7DF"/>
        </a:lt2>
        <a:accent1>
          <a:srgbClr val="9999FF"/>
        </a:accent1>
        <a:accent2>
          <a:srgbClr val="7850BA"/>
        </a:accent2>
        <a:accent3>
          <a:srgbClr val="B1AAC9"/>
        </a:accent3>
        <a:accent4>
          <a:srgbClr val="DADADA"/>
        </a:accent4>
        <a:accent5>
          <a:srgbClr val="CACAFF"/>
        </a:accent5>
        <a:accent6>
          <a:srgbClr val="6C48A8"/>
        </a:accent6>
        <a:hlink>
          <a:srgbClr val="00CCFF"/>
        </a:hlink>
        <a:folHlink>
          <a:srgbClr val="0796B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4">
        <a:dk1>
          <a:srgbClr val="55863C"/>
        </a:dk1>
        <a:lt1>
          <a:srgbClr val="FFFFFF"/>
        </a:lt1>
        <a:dk2>
          <a:srgbClr val="375F2F"/>
        </a:dk2>
        <a:lt2>
          <a:srgbClr val="D1EFB3"/>
        </a:lt2>
        <a:accent1>
          <a:srgbClr val="00CC66"/>
        </a:accent1>
        <a:accent2>
          <a:srgbClr val="8EAC66"/>
        </a:accent2>
        <a:accent3>
          <a:srgbClr val="AEB6AD"/>
        </a:accent3>
        <a:accent4>
          <a:srgbClr val="DADADA"/>
        </a:accent4>
        <a:accent5>
          <a:srgbClr val="AAE2B8"/>
        </a:accent5>
        <a:accent6>
          <a:srgbClr val="809B5C"/>
        </a:accent6>
        <a:hlink>
          <a:srgbClr val="B4EF7F"/>
        </a:hlink>
        <a:folHlink>
          <a:srgbClr val="F8F6A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5">
        <a:dk1>
          <a:srgbClr val="588073"/>
        </a:dk1>
        <a:lt1>
          <a:srgbClr val="FFFFFF"/>
        </a:lt1>
        <a:dk2>
          <a:srgbClr val="486768"/>
        </a:dk2>
        <a:lt2>
          <a:srgbClr val="DDDDDD"/>
        </a:lt2>
        <a:accent1>
          <a:srgbClr val="33CCCC"/>
        </a:accent1>
        <a:accent2>
          <a:srgbClr val="008871"/>
        </a:accent2>
        <a:accent3>
          <a:srgbClr val="B1B8B9"/>
        </a:accent3>
        <a:accent4>
          <a:srgbClr val="DADADA"/>
        </a:accent4>
        <a:accent5>
          <a:srgbClr val="ADE2E2"/>
        </a:accent5>
        <a:accent6>
          <a:srgbClr val="007B66"/>
        </a:accent6>
        <a:hlink>
          <a:srgbClr val="00CC99"/>
        </a:hlink>
        <a:folHlink>
          <a:srgbClr val="A8A8A8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6">
        <a:dk1>
          <a:srgbClr val="6B6C75"/>
        </a:dk1>
        <a:lt1>
          <a:srgbClr val="FFFFFF"/>
        </a:lt1>
        <a:dk2>
          <a:srgbClr val="575863"/>
        </a:dk2>
        <a:lt2>
          <a:srgbClr val="FFFFCC"/>
        </a:lt2>
        <a:accent1>
          <a:srgbClr val="677481"/>
        </a:accent1>
        <a:accent2>
          <a:srgbClr val="697E5E"/>
        </a:accent2>
        <a:accent3>
          <a:srgbClr val="B4B4B7"/>
        </a:accent3>
        <a:accent4>
          <a:srgbClr val="DADADA"/>
        </a:accent4>
        <a:accent5>
          <a:srgbClr val="B8BCC1"/>
        </a:accent5>
        <a:accent6>
          <a:srgbClr val="5E7254"/>
        </a:accent6>
        <a:hlink>
          <a:srgbClr val="E9E77F"/>
        </a:hlink>
        <a:folHlink>
          <a:srgbClr val="D3A44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himmer 7">
        <a:dk1>
          <a:srgbClr val="000000"/>
        </a:dk1>
        <a:lt1>
          <a:srgbClr val="C4D6BE"/>
        </a:lt1>
        <a:dk2>
          <a:srgbClr val="339966"/>
        </a:dk2>
        <a:lt2>
          <a:srgbClr val="EFFBF0"/>
        </a:lt2>
        <a:accent1>
          <a:srgbClr val="DDDDDD"/>
        </a:accent1>
        <a:accent2>
          <a:srgbClr val="CCFF99"/>
        </a:accent2>
        <a:accent3>
          <a:srgbClr val="DEE8DB"/>
        </a:accent3>
        <a:accent4>
          <a:srgbClr val="000000"/>
        </a:accent4>
        <a:accent5>
          <a:srgbClr val="EBEBEB"/>
        </a:accent5>
        <a:accent6>
          <a:srgbClr val="B9E78A"/>
        </a:accent6>
        <a:hlink>
          <a:srgbClr val="009900"/>
        </a:hlink>
        <a:folHlink>
          <a:srgbClr val="33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8">
        <a:dk1>
          <a:srgbClr val="000000"/>
        </a:dk1>
        <a:lt1>
          <a:srgbClr val="D6DAE4"/>
        </a:lt1>
        <a:dk2>
          <a:srgbClr val="000099"/>
        </a:dk2>
        <a:lt2>
          <a:srgbClr val="FFFFFF"/>
        </a:lt2>
        <a:accent1>
          <a:srgbClr val="BFDEE3"/>
        </a:accent1>
        <a:accent2>
          <a:srgbClr val="C0C0C0"/>
        </a:accent2>
        <a:accent3>
          <a:srgbClr val="E8EAEF"/>
        </a:accent3>
        <a:accent4>
          <a:srgbClr val="000000"/>
        </a:accent4>
        <a:accent5>
          <a:srgbClr val="DCECEF"/>
        </a:accent5>
        <a:accent6>
          <a:srgbClr val="AEAEAE"/>
        </a:accent6>
        <a:hlink>
          <a:srgbClr val="3333CC"/>
        </a:hlink>
        <a:folHlink>
          <a:srgbClr val="5E93C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himmer 9">
        <a:dk1>
          <a:srgbClr val="4A2500"/>
        </a:dk1>
        <a:lt1>
          <a:srgbClr val="C2C0BA"/>
        </a:lt1>
        <a:dk2>
          <a:srgbClr val="788569"/>
        </a:dk2>
        <a:lt2>
          <a:srgbClr val="F4F4EC"/>
        </a:lt2>
        <a:accent1>
          <a:srgbClr val="E1DFC1"/>
        </a:accent1>
        <a:accent2>
          <a:srgbClr val="A5A7AF"/>
        </a:accent2>
        <a:accent3>
          <a:srgbClr val="DDDCD9"/>
        </a:accent3>
        <a:accent4>
          <a:srgbClr val="3E1E00"/>
        </a:accent4>
        <a:accent5>
          <a:srgbClr val="EEECDD"/>
        </a:accent5>
        <a:accent6>
          <a:srgbClr val="95979E"/>
        </a:accent6>
        <a:hlink>
          <a:srgbClr val="9C98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Shimmer</Template>
  <TotalTime>11457</TotalTime>
  <Words>273</Words>
  <Application>Microsoft Office PowerPoint</Application>
  <PresentationFormat>Widescreen</PresentationFormat>
  <Paragraphs>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Tahoma</vt:lpstr>
      <vt:lpstr>var(--devsite-code-font-family)</vt:lpstr>
      <vt:lpstr>Wingdings</vt:lpstr>
      <vt:lpstr>Shimmer</vt:lpstr>
      <vt:lpstr>ViewBinding</vt:lpstr>
      <vt:lpstr>View Binding</vt:lpstr>
      <vt:lpstr>Enabling view Binding</vt:lpstr>
      <vt:lpstr>getRoot()</vt:lpstr>
      <vt:lpstr>Setting up viewBinding in Activities</vt:lpstr>
      <vt:lpstr>Using viewBinding in Activities</vt:lpstr>
      <vt:lpstr>Binding naming conventions</vt:lpstr>
    </vt:vector>
  </TitlesOfParts>
  <Company>Fanshawe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 3097 - Mobile Computing</dc:title>
  <dc:creator>Lianne Wong</dc:creator>
  <cp:lastModifiedBy>Wong, Lianne</cp:lastModifiedBy>
  <cp:revision>168</cp:revision>
  <cp:lastPrinted>1601-01-01T00:00:00Z</cp:lastPrinted>
  <dcterms:created xsi:type="dcterms:W3CDTF">2006-01-09T20:05:33Z</dcterms:created>
  <dcterms:modified xsi:type="dcterms:W3CDTF">2024-09-05T15:20:01Z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TC010900171033</vt:lpwstr>
  </property>
</Properties>
</file>