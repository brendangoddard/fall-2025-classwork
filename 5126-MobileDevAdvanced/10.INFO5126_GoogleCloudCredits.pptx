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6"/>
  </p:notesMasterIdLst>
  <p:sldIdLst>
    <p:sldId id="337" r:id="rId2"/>
    <p:sldId id="340" r:id="rId3"/>
    <p:sldId id="342" r:id="rId4"/>
    <p:sldId id="34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083"/>
    <p:restoredTop sz="32025"/>
  </p:normalViewPr>
  <p:slideViewPr>
    <p:cSldViewPr>
      <p:cViewPr varScale="1">
        <p:scale>
          <a:sx n="55" d="100"/>
          <a:sy n="55" d="100"/>
        </p:scale>
        <p:origin x="57" y="489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86CE69-9B83-4BFC-967F-F01EDBEF49C8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E7F05A-124D-4761-92CF-CA0E7A978E7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3793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0">
                      <a:schemeClr val="tx1"/>
                    </a:gs>
                    <a:gs pos="68000">
                      <a:srgbClr val="F1F1F1"/>
                    </a:gs>
                    <a:gs pos="100000">
                      <a:schemeClr val="bg1">
                        <a:lumMod val="11000"/>
                        <a:lumOff val="89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defRPr>
            </a:lvl1pPr>
          </a:lstStyle>
          <a:p>
            <a:pPr lvl="0" algn="r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</a:lstStyle>
          <a:p>
            <a:pPr marL="0" lvl="0" indent="0" algn="r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6124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8DA16-FD16-4173-8CC5-9DB57A23929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2874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6124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07E8FC-8A49-467F-942D-1712E8535D4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7109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32000"/>
                        <a:lumOff val="68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6124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F41CDF-F84C-41C9-B109-D429D091FEA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5280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6124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8A8C33-874C-4BE2-BAA6-BE93F307D79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2576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6124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5A2EA6-624B-4CD5-93C8-EC6078B671C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6437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6124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4BA877-4397-495E-9EB4-B8A2977CFF6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3516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6124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4A31AE-9F69-4386-AF6A-D260991CDCF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864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6124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2438C5-90CE-46D1-AB56-B592004B368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1675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6124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A90396-179D-4D06-8B01-628F5A0F602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9548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6124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E4AEC1-ED9B-4DE4-984E-96DE4A1D952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7468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6124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E4AEC1-ED9B-4DE4-984E-96DE4A1D952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6274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6124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E4AEC1-ED9B-4DE4-984E-96DE4A1D952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22836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6124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E4AEC1-ED9B-4DE4-984E-96DE4A1D952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11585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6124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E4AEC1-ED9B-4DE4-984E-96DE4A1D952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81224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6124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E4AEC1-ED9B-4DE4-984E-96DE4A1D952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5750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6124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2A8605-3C4F-48C9-A0F4-8CC7D044C30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96221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6124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BCC32-4A67-4B07-BDB9-BB86CED87E9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8100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>
              <a:defRPr/>
            </a:pPr>
            <a:r>
              <a:rPr lang="en-US" altLang="en-US"/>
              <a:t>L Wong                              INFO 6124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>
              <a:defRPr/>
            </a:pPr>
            <a:fld id="{51E4AEC1-ED9B-4DE4-984E-96DE4A1D952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4946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nsole.cloud.google.com/educatio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Google Cloud Credits</a:t>
            </a:r>
            <a:br>
              <a:rPr lang="en-US" dirty="0"/>
            </a:b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INFO 5126:</a:t>
            </a:r>
            <a:br>
              <a:rPr lang="en-US" dirty="0"/>
            </a:br>
            <a:r>
              <a:rPr lang="en-US" dirty="0"/>
              <a:t>Mobile Development Advanced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90C276-14E2-4599-922A-A815C665D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L Wong                              INFO 5126</a:t>
            </a:r>
          </a:p>
        </p:txBody>
      </p:sp>
    </p:spTree>
    <p:extLst>
      <p:ext uri="{BB962C8B-B14F-4D97-AF65-F5344CB8AC3E}">
        <p14:creationId xmlns:p14="http://schemas.microsoft.com/office/powerpoint/2010/main" val="2766594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304801"/>
            <a:ext cx="8763000" cy="143192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CA" dirty="0"/>
              <a:t>All students are allowed a $50 Google Cloud credit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133600"/>
            <a:ext cx="9066904" cy="4191000"/>
          </a:xfrm>
        </p:spPr>
        <p:txBody>
          <a:bodyPr/>
          <a:lstStyle/>
          <a:p>
            <a:pPr>
              <a:defRPr/>
            </a:pPr>
            <a:r>
              <a:rPr lang="en-CA" dirty="0"/>
              <a:t>To redeem, follow the instructions posted on the announcements page.</a:t>
            </a:r>
          </a:p>
          <a:p>
            <a:pPr>
              <a:defRPr/>
            </a:pPr>
            <a:r>
              <a:rPr lang="en-CA" dirty="0"/>
              <a:t>Go to</a:t>
            </a:r>
          </a:p>
          <a:p>
            <a:pPr lvl="1">
              <a:defRPr/>
            </a:pPr>
            <a:r>
              <a:rPr lang="en-CA" dirty="0">
                <a:effectLst/>
                <a:hlinkClick r:id="rId2"/>
              </a:rPr>
              <a:t>https://console.cloud.google.com/education</a:t>
            </a:r>
            <a:endParaRPr lang="en-CA" dirty="0">
              <a:effectLst/>
            </a:endParaRPr>
          </a:p>
          <a:p>
            <a:pPr>
              <a:defRPr/>
            </a:pPr>
            <a:r>
              <a:rPr lang="en-CA" dirty="0"/>
              <a:t>If you already have an account, at the top you can select an old project or create a new one.</a:t>
            </a:r>
          </a:p>
          <a:p>
            <a:pPr>
              <a:defRPr/>
            </a:pPr>
            <a:r>
              <a:rPr lang="en-CA" dirty="0"/>
              <a:t>Put your coupon code in</a:t>
            </a:r>
          </a:p>
          <a:p>
            <a:pPr>
              <a:defRPr/>
            </a:pPr>
            <a:r>
              <a:rPr lang="en-CA" dirty="0"/>
              <a:t>It will bring you to your home console page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937F5-EE73-C247-5B48-9E3DF953E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You need to verify your email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4D53D-0D51-D80F-7599-06CBCF60B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You will then be asked to verify your email.    Follow the instructions provided </a:t>
            </a:r>
            <a:r>
              <a:rPr lang="en-CA"/>
              <a:t>by Google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BB712C-4C09-B86A-18CC-6B5EC5BA5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6124</a:t>
            </a:r>
          </a:p>
        </p:txBody>
      </p:sp>
    </p:spTree>
    <p:extLst>
      <p:ext uri="{BB962C8B-B14F-4D97-AF65-F5344CB8AC3E}">
        <p14:creationId xmlns:p14="http://schemas.microsoft.com/office/powerpoint/2010/main" val="480916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9BDEA-D724-4B46-AD86-6DD09E92F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Verify your credit</a:t>
            </a:r>
            <a:endParaRPr lang="en-CA" dirty="0"/>
          </a:p>
        </p:txBody>
      </p:sp>
      <p:pic>
        <p:nvPicPr>
          <p:cNvPr id="6" name="Picture 5" descr="Image of how to verify the credit has been applied">
            <a:extLst>
              <a:ext uri="{FF2B5EF4-FFF2-40B4-BE49-F238E27FC236}">
                <a16:creationId xmlns:a16="http://schemas.microsoft.com/office/drawing/2014/main" id="{5011BA0F-8027-1461-2957-43338BE2B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220" y="1600200"/>
            <a:ext cx="4733960" cy="502923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DE7EB0A-353B-4291-9E0A-C5F6C3128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auto">
          <a:xfrm>
            <a:off x="4191000" y="1676400"/>
            <a:ext cx="1219200" cy="4114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5B2C12CE-7A72-4F6A-A104-EFE027DB7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971220" y="5791200"/>
            <a:ext cx="1048580" cy="304800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CA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027055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B4B4B"/>
      </a:dk2>
      <a:lt2>
        <a:srgbClr val="8ED5C1"/>
      </a:lt2>
      <a:accent1>
        <a:srgbClr val="73CBB2"/>
      </a:accent1>
      <a:accent2>
        <a:srgbClr val="AACD5B"/>
      </a:accent2>
      <a:accent3>
        <a:srgbClr val="65A9E1"/>
      </a:accent3>
      <a:accent4>
        <a:srgbClr val="6274D8"/>
      </a:accent4>
      <a:accent5>
        <a:srgbClr val="AB54D7"/>
      </a:accent5>
      <a:accent6>
        <a:srgbClr val="D15B37"/>
      </a:accent6>
      <a:hlink>
        <a:srgbClr val="BFE962"/>
      </a:hlink>
      <a:folHlink>
        <a:srgbClr val="C0D591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47428100-C732-4B2E-A30A-5273F581A0F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2405</TotalTime>
  <Words>115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Corbel</vt:lpstr>
      <vt:lpstr>Tahoma</vt:lpstr>
      <vt:lpstr>Depth</vt:lpstr>
      <vt:lpstr>Google Cloud Credits </vt:lpstr>
      <vt:lpstr>All students are allowed a $50 Google Cloud credit</vt:lpstr>
      <vt:lpstr>You need to verify your email</vt:lpstr>
      <vt:lpstr>Verify your credit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Herve</dc:creator>
  <cp:lastModifiedBy>Wong, Lianne</cp:lastModifiedBy>
  <cp:revision>611</cp:revision>
  <dcterms:created xsi:type="dcterms:W3CDTF">2014-11-09T01:10:48Z</dcterms:created>
  <dcterms:modified xsi:type="dcterms:W3CDTF">2025-09-30T17:54:26Z</dcterms:modified>
</cp:coreProperties>
</file>