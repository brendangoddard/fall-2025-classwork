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323" r:id="rId3"/>
    <p:sldId id="324" r:id="rId4"/>
    <p:sldId id="326" r:id="rId5"/>
    <p:sldId id="349" r:id="rId6"/>
    <p:sldId id="350" r:id="rId7"/>
    <p:sldId id="327" r:id="rId8"/>
    <p:sldId id="329" r:id="rId9"/>
    <p:sldId id="328" r:id="rId10"/>
    <p:sldId id="331" r:id="rId11"/>
    <p:sldId id="330" r:id="rId12"/>
    <p:sldId id="332" r:id="rId13"/>
    <p:sldId id="325" r:id="rId14"/>
    <p:sldId id="333" r:id="rId15"/>
    <p:sldId id="334" r:id="rId16"/>
    <p:sldId id="336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</p:sldIdLst>
  <p:sldSz cx="9144000" cy="6858000" type="screen4x3"/>
  <p:notesSz cx="6858000" cy="9144000"/>
  <p:defaultTextStyle>
    <a:defPPr>
      <a:defRPr lang="en-US"/>
    </a:defPPr>
    <a:lvl1pPr marL="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12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37832" y="1895301"/>
            <a:ext cx="7477518" cy="1789774"/>
          </a:xfrm>
        </p:spPr>
        <p:txBody>
          <a:bodyPr wrap="none" anchor="b">
            <a:noAutofit/>
          </a:bodyPr>
          <a:lstStyle>
            <a:lvl1pPr algn="r">
              <a:defRPr sz="4800" b="1" i="0" spc="0" baseline="0">
                <a:solidFill>
                  <a:schemeClr val="tx1"/>
                </a:solidFill>
                <a:effectLst/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37832" y="3694377"/>
            <a:ext cx="7477518" cy="852688"/>
          </a:xfrm>
        </p:spPr>
        <p:txBody>
          <a:bodyPr anchor="b">
            <a:no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380992" indent="0" algn="ctr">
              <a:buNone/>
              <a:defRPr sz="1667"/>
            </a:lvl2pPr>
            <a:lvl3pPr marL="761985" indent="0" algn="ctr">
              <a:buNone/>
              <a:defRPr sz="1500"/>
            </a:lvl3pPr>
            <a:lvl4pPr marL="1142977" indent="0" algn="ctr">
              <a:buNone/>
              <a:defRPr sz="1333"/>
            </a:lvl4pPr>
            <a:lvl5pPr marL="1523970" indent="0" algn="ctr">
              <a:buNone/>
              <a:defRPr sz="1333"/>
            </a:lvl5pPr>
            <a:lvl6pPr marL="1904962" indent="0" algn="ctr">
              <a:buNone/>
              <a:defRPr sz="1333"/>
            </a:lvl6pPr>
            <a:lvl7pPr marL="2285954" indent="0" algn="ctr">
              <a:buNone/>
              <a:defRPr sz="1333"/>
            </a:lvl7pPr>
            <a:lvl8pPr marL="2666947" indent="0" algn="ctr">
              <a:buNone/>
              <a:defRPr sz="1333"/>
            </a:lvl8pPr>
            <a:lvl9pPr marL="3047940" indent="0" algn="ctr">
              <a:buNone/>
              <a:defRPr sz="1333"/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51967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802466" y="1765738"/>
            <a:ext cx="7539071" cy="1708022"/>
          </a:xfrm>
        </p:spPr>
        <p:txBody>
          <a:bodyPr wrap="none" anchor="t">
            <a:noAutofit/>
          </a:bodyPr>
          <a:lstStyle>
            <a:lvl1pPr algn="r">
              <a:defRPr sz="4800" b="1" i="0" spc="0" baseline="0">
                <a:solidFill>
                  <a:schemeClr val="tx1"/>
                </a:solidFill>
                <a:effectLst/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02466" y="979920"/>
            <a:ext cx="7539071" cy="784586"/>
          </a:xfrm>
        </p:spPr>
        <p:txBody>
          <a:bodyPr anchor="b">
            <a:no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380992" indent="0" algn="ctr">
              <a:buNone/>
              <a:defRPr sz="1667"/>
            </a:lvl2pPr>
            <a:lvl3pPr marL="761985" indent="0" algn="ctr">
              <a:buNone/>
              <a:defRPr sz="1500"/>
            </a:lvl3pPr>
            <a:lvl4pPr marL="1142977" indent="0" algn="ctr">
              <a:buNone/>
              <a:defRPr sz="1333"/>
            </a:lvl4pPr>
            <a:lvl5pPr marL="1523970" indent="0" algn="ctr">
              <a:buNone/>
              <a:defRPr sz="1333"/>
            </a:lvl5pPr>
            <a:lvl6pPr marL="1904962" indent="0" algn="ctr">
              <a:buNone/>
              <a:defRPr sz="1333"/>
            </a:lvl6pPr>
            <a:lvl7pPr marL="2285954" indent="0" algn="ctr">
              <a:buNone/>
              <a:defRPr sz="1333"/>
            </a:lvl7pPr>
            <a:lvl8pPr marL="2666947" indent="0" algn="ctr">
              <a:buNone/>
              <a:defRPr sz="1333"/>
            </a:lvl8pPr>
            <a:lvl9pPr marL="3047940" indent="0" algn="ctr">
              <a:buNone/>
              <a:defRPr sz="1333"/>
            </a:lvl9pPr>
          </a:lstStyle>
          <a:p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86091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94052" y="4756291"/>
            <a:ext cx="8155896" cy="705994"/>
          </a:xfrm>
        </p:spPr>
        <p:txBody>
          <a:bodyPr anchor="t">
            <a:noAutofit/>
          </a:bodyPr>
          <a:lstStyle>
            <a:lvl1pPr marL="0" indent="0">
              <a:buNone/>
              <a:defRPr sz="1778"/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sub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AE61BF-3763-0E4A-999B-8924DFBF36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2" y="3147144"/>
            <a:ext cx="8155896" cy="1609147"/>
          </a:xfrm>
        </p:spPr>
        <p:txBody>
          <a:bodyPr anchor="b"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3609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F6A6C647-8D61-1F4E-99D1-2AB4ED068F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1196F0-56A5-0A49-AD87-3B487F49514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4349" y="1476377"/>
            <a:ext cx="8155305" cy="407289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339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2 columns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E862F-2DE8-F94F-9079-91AF022976F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4053" y="1497701"/>
            <a:ext cx="3989661" cy="4072255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482732F-316B-FD4C-A0B3-A1EF01C5451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60287" y="1497702"/>
            <a:ext cx="3989662" cy="4072256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aseline="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BF0C72D-9A4A-2A49-B363-B2C415C80B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94441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lumns content with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B2F53-3D81-4CF7-81AE-806EBBEB9C3C}" type="datetimeFigureOut">
              <a:rPr lang="en-US" smtClean="0"/>
              <a:pPr/>
              <a:t>21-Sep-25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B971B7F-1741-9A4A-B925-11E1F5B352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32FC316-43A0-314E-884C-19A6592161F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4053" y="1497701"/>
            <a:ext cx="3989661" cy="4072255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B32E208-AE39-D149-A2EC-87102F8C0C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60287" y="1497702"/>
            <a:ext cx="3989662" cy="4072256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 baseline="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06353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with title and sub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F5D3C69-508E-E343-82E0-194270BE750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94053" y="1642768"/>
            <a:ext cx="2606277" cy="567559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B9A5ACD-B447-8F44-9065-AD7D1222E29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268160" y="1653166"/>
            <a:ext cx="2606277" cy="567559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35FDE71-5828-1A47-B218-9FF0C40675E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047190" y="1653166"/>
            <a:ext cx="2606277" cy="567559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sub heading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284AE9-8724-F345-B285-3794B6E93521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490534" y="2231124"/>
            <a:ext cx="2606276" cy="3457076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98B590-CBBB-E946-9667-816B3FD224E8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270621" y="2220727"/>
            <a:ext cx="2606276" cy="3457076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29763F-CBDB-6441-8283-079979A86EC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6043673" y="2231124"/>
            <a:ext cx="2606276" cy="3457076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4951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text with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7284AE9-8724-F345-B285-3794B6E93521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490534" y="1486051"/>
            <a:ext cx="2606276" cy="4034864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398B590-CBBB-E946-9667-816B3FD224E8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3270621" y="1475653"/>
            <a:ext cx="2606276" cy="4034864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E29763F-CBDB-6441-8283-079979A86EC9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6043673" y="1486051"/>
            <a:ext cx="2606276" cy="4034864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4178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, small title with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E732-3AEB-2446-A6FA-5AFFBB873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611" y="732519"/>
            <a:ext cx="8564210" cy="599516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3B807-26A2-0B44-917E-DCCFEF7EB29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4612" y="1368208"/>
            <a:ext cx="8564209" cy="4370442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000"/>
            </a:lvl1pPr>
            <a:lvl2pPr>
              <a:spcBef>
                <a:spcPts val="600"/>
              </a:spcBef>
              <a:spcAft>
                <a:spcPts val="0"/>
              </a:spcAft>
              <a:defRPr sz="1800" b="0" i="0">
                <a:latin typeface="Montserrat" pitchFamily="2" charset="77"/>
                <a:cs typeface="Montserrat" pitchFamily="2" charset="77"/>
              </a:defRPr>
            </a:lvl2pPr>
            <a:lvl3pPr>
              <a:spcBef>
                <a:spcPts val="600"/>
              </a:spcBef>
              <a:spcAft>
                <a:spcPts val="0"/>
              </a:spcAft>
              <a:defRPr sz="1600" b="0" i="0">
                <a:latin typeface="Montserrat" pitchFamily="2" charset="77"/>
                <a:cs typeface="Montserrat" pitchFamily="2" charset="77"/>
              </a:defRPr>
            </a:lvl3pPr>
            <a:lvl4pPr>
              <a:spcBef>
                <a:spcPts val="600"/>
              </a:spcBef>
              <a:spcAft>
                <a:spcPts val="0"/>
              </a:spcAft>
              <a:defRPr sz="1400" b="0" i="0">
                <a:latin typeface="Montserrat" pitchFamily="2" charset="77"/>
                <a:cs typeface="Montserrat" pitchFamily="2" charset="77"/>
              </a:defRPr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6611C-9122-E049-912F-ABF2154E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B2F53-3D81-4CF7-81AE-806EBBEB9C3C}" type="datetimeFigureOut">
              <a:rPr lang="en-US" smtClean="0"/>
              <a:pPr/>
              <a:t>21-Sep-25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A17CA-2218-B242-BA20-69CBB4C5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4A38B-A490-B042-9C4F-4C94FD39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172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ullets and right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B78269-2564-3649-96BA-0374B26733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4" y="365125"/>
            <a:ext cx="4708569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6752-A6BF-1643-A2FD-29A57B1BBD0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94051" y="1475651"/>
            <a:ext cx="4708570" cy="4262998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B62AAE-DA19-E14B-B2DB-6EB985073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06459" y="1033111"/>
            <a:ext cx="2943489" cy="512064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89787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ullets and left imag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4B78269-2564-3649-96BA-0374B26733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1381" y="365125"/>
            <a:ext cx="4708569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8F76752-A6BF-1643-A2FD-29A57B1BBD0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941379" y="1475651"/>
            <a:ext cx="4708570" cy="4628758"/>
          </a:xfrm>
        </p:spPr>
        <p:txBody>
          <a:bodyPr>
            <a:noAutofit/>
          </a:bodyPr>
          <a:lstStyle>
            <a:lvl1pPr>
              <a:spcAft>
                <a:spcPts val="1200"/>
              </a:spcAft>
              <a:defRPr sz="2800"/>
            </a:lvl1pPr>
            <a:lvl2pPr>
              <a:spcAft>
                <a:spcPts val="1200"/>
              </a:spcAft>
              <a:defRPr sz="2400"/>
            </a:lvl2pPr>
            <a:lvl3pPr>
              <a:spcAft>
                <a:spcPts val="1200"/>
              </a:spcAft>
              <a:defRPr sz="2000"/>
            </a:lvl3pPr>
            <a:lvl4pPr>
              <a:spcAft>
                <a:spcPts val="1200"/>
              </a:spcAft>
              <a:defRPr sz="1800"/>
            </a:lvl4pPr>
          </a:lstStyle>
          <a:p>
            <a:pPr lvl="0"/>
            <a:r>
              <a:rPr lang="en-US" dirty="0"/>
              <a:t>Edit first 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9B62AAE-DA19-E14B-B2DB-6EB9850732B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7836" y="895797"/>
            <a:ext cx="2986976" cy="542302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5612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2-imag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F3F504F-3A41-DC4B-BEE1-47D0E19E9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24842C3-42B5-9C43-9E2C-66DDA1C83A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88667" y="1475651"/>
            <a:ext cx="3978520" cy="4111650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A89EA318-93EB-D34A-957B-D0D443FDB6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4052" y="1475650"/>
            <a:ext cx="3978520" cy="4111650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3345366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images with title and captio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94053" y="5173302"/>
            <a:ext cx="2606277" cy="56755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00" b="0">
                <a:solidFill>
                  <a:srgbClr val="646469"/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94055" y="1653166"/>
            <a:ext cx="2606278" cy="3509738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>
                <a:effectLst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76604" y="1653166"/>
            <a:ext cx="2597833" cy="3509738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>
                <a:effectLst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0708" y="1653166"/>
            <a:ext cx="2599241" cy="3509738"/>
          </a:xfrm>
          <a:prstGeom prst="roundRect">
            <a:avLst>
              <a:gd name="adj" fmla="val 1858"/>
            </a:avLst>
          </a:prstGeom>
          <a:effectLst/>
        </p:spPr>
        <p:txBody>
          <a:bodyPr anchor="t">
            <a:normAutofit/>
          </a:bodyPr>
          <a:lstStyle>
            <a:lvl1pPr marL="0" indent="0" algn="ctr">
              <a:buNone/>
              <a:defRPr sz="1333">
                <a:effectLst/>
              </a:defRPr>
            </a:lvl1pPr>
            <a:lvl2pPr marL="380992" indent="0">
              <a:buNone/>
              <a:defRPr sz="1333"/>
            </a:lvl2pPr>
            <a:lvl3pPr marL="761985" indent="0">
              <a:buNone/>
              <a:defRPr sz="1333"/>
            </a:lvl3pPr>
            <a:lvl4pPr marL="1142977" indent="0">
              <a:buNone/>
              <a:defRPr sz="1333"/>
            </a:lvl4pPr>
            <a:lvl5pPr marL="1523970" indent="0">
              <a:buNone/>
              <a:defRPr sz="1333"/>
            </a:lvl5pPr>
            <a:lvl6pPr marL="1904962" indent="0">
              <a:buNone/>
              <a:defRPr sz="1333"/>
            </a:lvl6pPr>
            <a:lvl7pPr marL="2285954" indent="0">
              <a:buNone/>
              <a:defRPr sz="1333"/>
            </a:lvl7pPr>
            <a:lvl8pPr marL="2666947" indent="0">
              <a:buNone/>
              <a:defRPr sz="1333"/>
            </a:lvl8pPr>
            <a:lvl9pPr marL="3047940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3290758" y="5173302"/>
            <a:ext cx="2583678" cy="567559"/>
          </a:xfrm>
        </p:spPr>
        <p:txBody>
          <a:bodyPr anchor="b">
            <a:no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 b="0">
                <a:solidFill>
                  <a:srgbClr val="646469"/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6064865" y="5162904"/>
            <a:ext cx="2583677" cy="56755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00" b="0">
                <a:solidFill>
                  <a:srgbClr val="646469"/>
                </a:solidFill>
              </a:defRPr>
            </a:lvl1pPr>
            <a:lvl2pPr marL="380992" indent="0">
              <a:buNone/>
              <a:defRPr sz="1667" b="1"/>
            </a:lvl2pPr>
            <a:lvl3pPr marL="761985" indent="0">
              <a:buNone/>
              <a:defRPr sz="1500" b="1"/>
            </a:lvl3pPr>
            <a:lvl4pPr marL="1142977" indent="0">
              <a:buNone/>
              <a:defRPr sz="1333" b="1"/>
            </a:lvl4pPr>
            <a:lvl5pPr marL="1523970" indent="0">
              <a:buNone/>
              <a:defRPr sz="1333" b="1"/>
            </a:lvl5pPr>
            <a:lvl6pPr marL="1904962" indent="0">
              <a:buNone/>
              <a:defRPr sz="1333" b="1"/>
            </a:lvl6pPr>
            <a:lvl7pPr marL="2285954" indent="0">
              <a:buNone/>
              <a:defRPr sz="1333" b="1"/>
            </a:lvl7pPr>
            <a:lvl8pPr marL="2666947" indent="0">
              <a:buNone/>
              <a:defRPr sz="1333" b="1"/>
            </a:lvl8pPr>
            <a:lvl9pPr marL="3047940" indent="0">
              <a:buNone/>
              <a:defRPr sz="1333" b="1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11C16B46-AD21-E043-ADB4-1911CE898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406934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image with caption and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29841" y="987427"/>
            <a:ext cx="7886700" cy="4101059"/>
          </a:xfrm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tx1">
                    <a:lumMod val="85000"/>
                  </a:schemeClr>
                </a:solidFill>
              </a:defRPr>
            </a:lvl1pPr>
            <a:lvl2pPr marL="380992" indent="0">
              <a:buNone/>
              <a:defRPr sz="2333"/>
            </a:lvl2pPr>
            <a:lvl3pPr marL="761985" indent="0">
              <a:buNone/>
              <a:defRPr sz="2000"/>
            </a:lvl3pPr>
            <a:lvl4pPr marL="1142977" indent="0">
              <a:buNone/>
              <a:defRPr sz="1667"/>
            </a:lvl4pPr>
            <a:lvl5pPr marL="1523970" indent="0">
              <a:buNone/>
              <a:defRPr sz="1667"/>
            </a:lvl5pPr>
            <a:lvl6pPr marL="1904962" indent="0">
              <a:buNone/>
              <a:defRPr sz="1667"/>
            </a:lvl6pPr>
            <a:lvl7pPr marL="2285954" indent="0">
              <a:buNone/>
              <a:defRPr sz="1667"/>
            </a:lvl7pPr>
            <a:lvl8pPr marL="2666947" indent="0">
              <a:buNone/>
              <a:defRPr sz="1667"/>
            </a:lvl8pPr>
            <a:lvl9pPr marL="3047940" indent="0">
              <a:buNone/>
              <a:defRPr sz="1667"/>
            </a:lvl9pPr>
          </a:lstStyle>
          <a:p>
            <a:r>
              <a:rPr lang="en-US" dirty="0"/>
              <a:t>Click icon to add picture – remember to add alt tag(s)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5" y="5186524"/>
            <a:ext cx="7885509" cy="682472"/>
          </a:xfrm>
        </p:spPr>
        <p:txBody>
          <a:bodyPr>
            <a:noAutofit/>
          </a:bodyPr>
          <a:lstStyle>
            <a:lvl1pPr marL="0" indent="0" algn="r">
              <a:buNone/>
              <a:defRPr sz="1778">
                <a:solidFill>
                  <a:schemeClr val="bg1"/>
                </a:solidFill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B2F53-3D81-4CF7-81AE-806EBBEB9C3C}" type="datetimeFigureOut">
              <a:rPr lang="en-US" smtClean="0"/>
              <a:pPr/>
              <a:t>21-Sep-25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2633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5A12D9-12AA-7842-877B-BA9346E2CE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0015" y="491492"/>
            <a:ext cx="8903970" cy="6167864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1534095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05A12D9-12AA-7842-877B-BA9346E2CEE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279309"/>
            <a:ext cx="9144000" cy="6857999"/>
          </a:xfrm>
        </p:spPr>
        <p:txBody>
          <a:bodyPr>
            <a:normAutofit/>
          </a:bodyPr>
          <a:lstStyle>
            <a:lvl1pPr marL="0" marR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marL="0" marR="0" lvl="0" indent="0" algn="l" defTabSz="76198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– remember to add alt tag(s)</a:t>
            </a:r>
          </a:p>
        </p:txBody>
      </p:sp>
    </p:spTree>
    <p:extLst>
      <p:ext uri="{BB962C8B-B14F-4D97-AF65-F5344CB8AC3E}">
        <p14:creationId xmlns:p14="http://schemas.microsoft.com/office/powerpoint/2010/main" val="2190178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with caption and foo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5" y="5186524"/>
            <a:ext cx="7885509" cy="682472"/>
          </a:xfrm>
        </p:spPr>
        <p:txBody>
          <a:bodyPr>
            <a:noAutofit/>
          </a:bodyPr>
          <a:lstStyle>
            <a:lvl1pPr marL="0" indent="0" algn="r">
              <a:buNone/>
              <a:defRPr sz="1778">
                <a:solidFill>
                  <a:schemeClr val="bg1"/>
                </a:solidFill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caption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B2F53-3D81-4CF7-81AE-806EBBEB9C3C}" type="datetimeFigureOut">
              <a:rPr lang="en-US" smtClean="0"/>
              <a:pPr/>
              <a:t>21-Sep-25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15E10ABA-6733-4542-AEE4-B1A0C2E01AA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630239" y="988696"/>
            <a:ext cx="7885115" cy="4109084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34715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screen vide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61EB3D43-4BB5-A644-A0D1-F886600C067D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8458811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84661" y="365132"/>
            <a:ext cx="6977064" cy="4692448"/>
          </a:xfrm>
        </p:spPr>
        <p:txBody>
          <a:bodyPr anchor="ctr"/>
          <a:lstStyle>
            <a:lvl1pPr>
              <a:defRPr sz="3556" b="1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290484" y="5157092"/>
            <a:ext cx="6564224" cy="548968"/>
          </a:xfrm>
        </p:spPr>
        <p:txBody>
          <a:bodyPr anchor="t">
            <a:noAutofit/>
          </a:bodyPr>
          <a:lstStyle>
            <a:lvl1pPr marL="0" indent="0" algn="r">
              <a:buNone/>
              <a:defRPr sz="1778" i="1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84" y="988628"/>
            <a:ext cx="457200" cy="584776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67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4522558"/>
            <a:ext cx="457200" cy="584776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67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62162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84661" y="365131"/>
            <a:ext cx="6977064" cy="2992904"/>
          </a:xfrm>
        </p:spPr>
        <p:txBody>
          <a:bodyPr anchor="ctr"/>
          <a:lstStyle>
            <a:lvl1pPr>
              <a:defRPr sz="3556" b="1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 hasCustomPrompt="1"/>
          </p:nvPr>
        </p:nvSpPr>
        <p:spPr>
          <a:xfrm>
            <a:off x="1290484" y="3365558"/>
            <a:ext cx="6564224" cy="548968"/>
          </a:xfrm>
        </p:spPr>
        <p:txBody>
          <a:bodyPr anchor="t">
            <a:noAutofit/>
          </a:bodyPr>
          <a:lstStyle>
            <a:lvl1pPr marL="0" indent="0" algn="r">
              <a:buNone/>
              <a:defRPr sz="1778" i="1">
                <a:solidFill>
                  <a:schemeClr val="tx2">
                    <a:lumMod val="50000"/>
                  </a:schemeClr>
                </a:solidFill>
              </a:defRPr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4" y="4399983"/>
            <a:ext cx="7884318" cy="1489496"/>
          </a:xfrm>
        </p:spPr>
        <p:txBody>
          <a:bodyPr anchor="ctr">
            <a:noAutofit/>
          </a:bodyPr>
          <a:lstStyle>
            <a:lvl1pPr marL="0" indent="0">
              <a:buNone/>
              <a:defRPr sz="1778" baseline="0"/>
            </a:lvl1pPr>
            <a:lvl2pPr marL="380992" indent="0">
              <a:buNone/>
              <a:defRPr sz="1167"/>
            </a:lvl2pPr>
            <a:lvl3pPr marL="761985" indent="0">
              <a:buNone/>
              <a:defRPr sz="1000"/>
            </a:lvl3pPr>
            <a:lvl4pPr marL="1142977" indent="0">
              <a:buNone/>
              <a:defRPr sz="833"/>
            </a:lvl4pPr>
            <a:lvl5pPr marL="1523970" indent="0">
              <a:buNone/>
              <a:defRPr sz="833"/>
            </a:lvl5pPr>
            <a:lvl6pPr marL="1904962" indent="0">
              <a:buNone/>
              <a:defRPr sz="833"/>
            </a:lvl6pPr>
            <a:lvl7pPr marL="2285954" indent="0">
              <a:buNone/>
              <a:defRPr sz="833"/>
            </a:lvl7pPr>
            <a:lvl8pPr marL="2666947" indent="0">
              <a:buNone/>
              <a:defRPr sz="833"/>
            </a:lvl8pPr>
            <a:lvl9pPr marL="3047940" indent="0">
              <a:buNone/>
              <a:defRPr sz="833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83" y="786827"/>
            <a:ext cx="457200" cy="584776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67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8"/>
            <a:ext cx="457200" cy="584776"/>
          </a:xfrm>
          <a:prstGeom prst="rect">
            <a:avLst/>
          </a:prstGeom>
        </p:spPr>
        <p:txBody>
          <a:bodyPr vert="horz" lIns="76200" tIns="38100" rIns="76200" bIns="3810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67" dirty="0">
                <a:ln w="3175" cmpd="sng">
                  <a:solidFill>
                    <a:srgbClr val="C00000"/>
                  </a:solidFill>
                </a:ln>
                <a:solidFill>
                  <a:srgbClr val="FF0000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04742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F3F504F-3A41-DC4B-BEE1-47D0E19E9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9602423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115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916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682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1710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3840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9B2F53-3D81-4CF7-81AE-806EBBEB9C3C}" type="datetimeFigureOut">
              <a:rPr lang="en-US" smtClean="0"/>
              <a:pPr/>
              <a:t>21-Sep-25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191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053" y="365125"/>
            <a:ext cx="8155896" cy="1110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053" y="1475653"/>
            <a:ext cx="8155896" cy="4313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8535" y="6097825"/>
            <a:ext cx="1190065" cy="33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C49B2F53-3D81-4CF7-81AE-806EBBEB9C3C}" type="datetimeFigureOut">
              <a:rPr lang="en-US" smtClean="0"/>
              <a:pPr/>
              <a:t>21-Sep-25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13196" y="6093719"/>
            <a:ext cx="3086100" cy="336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33893" y="6097825"/>
            <a:ext cx="716056" cy="33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C796FB5-CDE6-4BE0-8F47-5234C715644B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5112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  <p:sldLayoutId id="2147483744" r:id="rId20"/>
    <p:sldLayoutId id="2147483745" r:id="rId21"/>
    <p:sldLayoutId id="2147483746" r:id="rId22"/>
    <p:sldLayoutId id="2147483747" r:id="rId23"/>
    <p:sldLayoutId id="2147483748" r:id="rId24"/>
    <p:sldLayoutId id="2147483749" r:id="rId25"/>
    <p:sldLayoutId id="2147483750" r:id="rId26"/>
    <p:sldLayoutId id="2147483751" r:id="rId27"/>
  </p:sldLayoutIdLst>
  <p:txStyles>
    <p:titleStyle>
      <a:lvl1pPr algn="l" defTabSz="761985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bg1"/>
          </a:solidFill>
          <a:latin typeface="Montserrat Medium" pitchFamily="2" charset="77"/>
          <a:ea typeface="+mj-ea"/>
          <a:cs typeface="Montserrat Medium" pitchFamily="2" charset="77"/>
        </a:defRPr>
      </a:lvl1pPr>
    </p:titleStyle>
    <p:bodyStyle>
      <a:lvl1pPr marL="0" indent="0" algn="l" defTabSz="761985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8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1pPr>
      <a:lvl2pPr marL="571489" indent="-36000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24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2pPr>
      <a:lvl3pPr marL="952480" indent="-27000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20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3pPr>
      <a:lvl4pPr marL="1333473" indent="-234000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18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4pPr>
      <a:lvl5pPr marL="1714466" indent="-190496" algn="l" defTabSz="761985" rtl="0" eaLnBrk="1" latinLnBrk="0" hangingPunct="1">
        <a:lnSpc>
          <a:spcPct val="100000"/>
        </a:lnSpc>
        <a:spcBef>
          <a:spcPts val="417"/>
        </a:spcBef>
        <a:spcAft>
          <a:spcPts val="1200"/>
        </a:spcAft>
        <a:buClr>
          <a:srgbClr val="E2231A"/>
        </a:buClr>
        <a:buSzPct val="125000"/>
        <a:buFont typeface="Arial" panose="020B0604020202020204" pitchFamily="34" charset="0"/>
        <a:buChar char="•"/>
        <a:defRPr sz="1600" b="0" i="0" kern="1200">
          <a:solidFill>
            <a:srgbClr val="646469"/>
          </a:solidFill>
          <a:latin typeface="Montserrat Medium" pitchFamily="2" charset="77"/>
          <a:ea typeface="+mn-ea"/>
          <a:cs typeface="Montserrat Medium" pitchFamily="2" charset="77"/>
        </a:defRPr>
      </a:lvl5pPr>
      <a:lvl6pPr marL="2095458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51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443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435" indent="-190496" algn="l" defTabSz="761985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92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85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77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7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62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54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947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940" algn="l" defTabSz="761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INFO-3142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0D7D29-835A-44AD-68D5-A86FF44570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Working with Text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B172-0811-C4F9-4AF1-67BC1295D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CD47-7D1C-066D-B40C-59F78FE8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Main Stages of Coding an LLM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5FE553-A1A5-50A6-91FE-03863186E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95" y="1340768"/>
            <a:ext cx="7704610" cy="458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8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FB6F-0560-15D9-EACA-FFE22D675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E378-D2E7-035C-1232-4D3BDF40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Word Embeddings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D4536-7551-8AF5-9E4D-44EA6E29E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92" y="1340768"/>
            <a:ext cx="6891816" cy="457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49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7DA7-107E-A93A-C7FE-6470AA617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D781-F223-64DC-E67C-2AAC5492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Word Embeddings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8749F-5298-05C7-8196-FAB165198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22" y="1475651"/>
            <a:ext cx="6019755" cy="436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96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31E4E-4566-FF95-198A-94DE9292C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A0BE-8286-A2DE-B9DD-85711F3A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3" y="365125"/>
            <a:ext cx="8155896" cy="1110526"/>
          </a:xfrm>
        </p:spPr>
        <p:txBody>
          <a:bodyPr anchor="ctr">
            <a:normAutofit/>
          </a:bodyPr>
          <a:lstStyle/>
          <a:p>
            <a:r>
              <a:rPr lang="en-CA" dirty="0"/>
              <a:t>3. Word Embeddings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46DCF8-AD9B-F0E9-C976-750DD1ADC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371" y="1475653"/>
            <a:ext cx="4173260" cy="43134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218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EF2D-6666-CEC4-AD8C-971D8450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DF7AC-DE0E-2F87-AB25-D48AE12F6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3" y="365125"/>
            <a:ext cx="8155896" cy="1110526"/>
          </a:xfrm>
        </p:spPr>
        <p:txBody>
          <a:bodyPr anchor="ctr">
            <a:normAutofit/>
          </a:bodyPr>
          <a:lstStyle/>
          <a:p>
            <a:r>
              <a:rPr lang="en-CA" dirty="0"/>
              <a:t>4. Word Embeddings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5E813-4A52-8B93-D800-597D84149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84" y="1475653"/>
            <a:ext cx="5442833" cy="43134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762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DB57A-803A-5A5E-0DF1-904D69F6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00E0-C3F1-4A51-AAEB-8B211C1B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Tokenizing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D412F-6620-E110-5850-A5FA2E316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214" y="1412776"/>
            <a:ext cx="5412138" cy="501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38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0FAF-4579-483B-8CC1-53FB49D1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BA600-66AC-97BE-866D-DE8F1A95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Tokenizing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EB934-70F6-68A9-A547-5B9C05669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06" y="2060848"/>
            <a:ext cx="8453188" cy="32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348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44E4B-BDB5-FF45-161C-10494C0E6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EC61-AE20-95CC-5169-B2E6DF5B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Converting Tokens into Token IDs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391D9-D30B-41A3-2979-216CA2E90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268760"/>
            <a:ext cx="5932280" cy="5269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23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D211-5690-8F96-BE2F-6E954ECCC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194C-A3E8-9386-47BE-9340AD2D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Converting Tokens into Token 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96802-61D4-FFAC-6373-4313DC1F3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278790"/>
            <a:ext cx="5928046" cy="5214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613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2684-2952-CDEC-1922-48820CA91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BB91-8452-DC06-AC85-1B12A437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3. Converting Tokens into Token IDs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7F654-D3BA-A3FD-9312-8833DDE01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475651"/>
            <a:ext cx="7255880" cy="430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66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CD16-48C4-6DC1-7AC3-A75E2946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1BC8D-1147-82AD-303C-943643FB7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Tokenizer Encoding and Decoding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23221-5785-FDBA-4787-7B5C7E4F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88" y="1340768"/>
            <a:ext cx="6191224" cy="469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47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79FD-7957-82D1-3548-57653AF6E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549D-B718-2D5B-CE2A-7EC11969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Adding Special Context Tokens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3BD24-7114-F58F-BEA0-7C494DA0F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497" y="1340768"/>
            <a:ext cx="5935006" cy="472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32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8844-DD79-6E17-17BA-9DE5806D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A3718-176F-937C-9F89-0F3DB8E1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Adding Special Context Tokens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2A6C2-E1B2-028F-73BF-A964701B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77" y="1196752"/>
            <a:ext cx="6309246" cy="483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27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8CAE2-CCEF-4B30-37AF-275F94B0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C1775-61E3-085C-73D0-98B76FDA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3. Adding Special Context Tokens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5E7C9-5709-4FA0-07E6-10F394FDA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560" y="1507680"/>
            <a:ext cx="7382879" cy="444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71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C30F7-576F-F318-9F41-97C47C0C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0BCDD-4365-2CE5-9325-9CC4357C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Byte Pair Encoding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2A6537-B25E-A02D-E48B-9DE0AF43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65" y="2348880"/>
            <a:ext cx="8306069" cy="271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47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81A3-4395-ABC5-4753-CF72EB5F7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5998-9667-3F81-D60A-2EB4E8E5B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800" dirty="0"/>
              <a:t>2. Data Sampling with a Sliding Window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17203E-4F08-A07B-99F9-169542E34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55" y="1700808"/>
            <a:ext cx="5808090" cy="39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42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FF098-08CD-3351-D0C7-15019DB86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45B4-1DA1-975B-066D-D5D12E64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800" dirty="0"/>
              <a:t>3. Data Sampling with a Sliding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A1C99-2524-4B8F-DB65-05BB7DA9D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793" y="1556792"/>
            <a:ext cx="7120414" cy="422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714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6DA8-7D5E-FB5E-6483-8BD3C626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37EB-DC7D-8D19-1412-731BBC3E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dirty="0"/>
              <a:t>1. Dataset Class for Batched Inputs and Targets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47F43-02FB-4D51-E2AA-5D1E5A3F2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893" y="2370674"/>
            <a:ext cx="7044214" cy="211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93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55D3-9592-DB1D-34E8-73BBA32BE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6EDF-CD79-8629-822C-2C333402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dirty="0"/>
              <a:t>2. Dataset Class for Batched Inputs and Targets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C5DC83-AED8-F237-4019-EBE0A8C3E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916832"/>
            <a:ext cx="7086547" cy="32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444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62D2-3B81-6D13-4F23-6A96F957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8E397-038B-261A-1231-BC82249D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400" dirty="0" err="1"/>
              <a:t>Dataloader</a:t>
            </a:r>
            <a:r>
              <a:rPr lang="en-CA" sz="2400" dirty="0"/>
              <a:t>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6E670-C347-8B7B-D3A1-E9827234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94" y="1816112"/>
            <a:ext cx="7399812" cy="322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45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78A9-EA5B-62E2-C490-4692AF6CC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DCC4B-A66A-E5E2-0C48-C9E7B921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2000" dirty="0" err="1"/>
              <a:t>Dataloaders</a:t>
            </a:r>
            <a:r>
              <a:rPr lang="en-CA" sz="2000" dirty="0"/>
              <a:t> with Different Strides and Context Sizes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1600F-D4B7-BC7B-34EE-C9BF9FE03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1" y="1124744"/>
            <a:ext cx="6047735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93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8BDD-7440-3C85-4DAB-01C3B0BB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95A8-D038-3380-E440-35AEB664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Creating Token Embeddings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1BFAF8-F603-521C-A19C-1D187E2B0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327118"/>
            <a:ext cx="5750290" cy="513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7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C6AB5-F45C-09FE-1E86-B3C63EB2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FA29-164F-96D4-A658-A310E332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1. Encoding Word Positions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61C8B-A23B-B493-F35D-1814C9A40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453947"/>
            <a:ext cx="5875823" cy="476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83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641C-76D8-8DAD-FD2A-F06C37ED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0CD0-D9FF-E71A-9C07-8DB375CC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2. Encoding Word Positions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660608-556B-108E-9B07-AB7822BA6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98" y="1412776"/>
            <a:ext cx="5927004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12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0823B-308F-F3A3-C22B-CEB13CF0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4467A-214B-B1B9-6B3B-29D95A48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3. Encoding Word Positions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790E04-EE90-3D58-A786-EBC59418B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9" y="1700808"/>
            <a:ext cx="7895842" cy="387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752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241D5-5BED-8425-264F-3F1E8758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9074-9D53-8970-C762-B075E2D7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Input Embedding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75847-FC85-D282-834E-9EC9748DA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683" y="1268760"/>
            <a:ext cx="4070633" cy="529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20154"/>
      </p:ext>
    </p:extLst>
  </p:cSld>
  <p:clrMapOvr>
    <a:masterClrMapping/>
  </p:clrMapOvr>
</p:sld>
</file>

<file path=ppt/theme/theme1.xml><?xml version="1.0" encoding="utf-8"?>
<a:theme xmlns:a="http://schemas.openxmlformats.org/drawingml/2006/main" name="Fanshawe_Theme">
  <a:themeElements>
    <a:clrScheme name="Custom 1">
      <a:dk1>
        <a:srgbClr val="000000"/>
      </a:dk1>
      <a:lt1>
        <a:srgbClr val="FFFFFF"/>
      </a:lt1>
      <a:dk2>
        <a:srgbClr val="636369"/>
      </a:dk2>
      <a:lt2>
        <a:srgbClr val="DEDEDE"/>
      </a:lt2>
      <a:accent1>
        <a:srgbClr val="E12319"/>
      </a:accent1>
      <a:accent2>
        <a:srgbClr val="E12319"/>
      </a:accent2>
      <a:accent3>
        <a:srgbClr val="B2272C"/>
      </a:accent3>
      <a:accent4>
        <a:srgbClr val="A02B2F"/>
      </a:accent4>
      <a:accent5>
        <a:srgbClr val="636369"/>
      </a:accent5>
      <a:accent6>
        <a:srgbClr val="636369"/>
      </a:accent6>
      <a:hlink>
        <a:srgbClr val="E12319"/>
      </a:hlink>
      <a:folHlink>
        <a:srgbClr val="B2272C"/>
      </a:folHlink>
    </a:clrScheme>
    <a:fontScheme name="Tes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nshawe_Theme" id="{2AB755E2-F30A-4603-8A1A-32DAE8137AE7}" vid="{AABFD89F-415E-4566-8E83-047AA5154A6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Fanshawe_Theme</Template>
  <TotalTime>4095</TotalTime>
  <Words>147</Words>
  <Application>Microsoft Office PowerPoint</Application>
  <PresentationFormat>On-screen Show (4:3)</PresentationFormat>
  <Paragraphs>28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Montserrat</vt:lpstr>
      <vt:lpstr>Montserrat Medium</vt:lpstr>
      <vt:lpstr>Fanshawe_Theme</vt:lpstr>
      <vt:lpstr>INFO-3142</vt:lpstr>
      <vt:lpstr>Main Stages of Coding an LLM</vt:lpstr>
      <vt:lpstr>1. Word Embeddings</vt:lpstr>
      <vt:lpstr>2. Word Embeddings</vt:lpstr>
      <vt:lpstr>3. Word Embeddings</vt:lpstr>
      <vt:lpstr>4. Word Embeddings</vt:lpstr>
      <vt:lpstr>1. Tokenizing Text</vt:lpstr>
      <vt:lpstr>2. Tokenizing Text</vt:lpstr>
      <vt:lpstr>1. Converting Tokens into Token IDs</vt:lpstr>
      <vt:lpstr>2. Converting Tokens into Token IDs</vt:lpstr>
      <vt:lpstr>3. Converting Tokens into Token IDs</vt:lpstr>
      <vt:lpstr>Tokenizer Encoding and Decoding</vt:lpstr>
      <vt:lpstr>1. Adding Special Context Tokens</vt:lpstr>
      <vt:lpstr>2. Adding Special Context Tokens</vt:lpstr>
      <vt:lpstr>3. Adding Special Context Tokens</vt:lpstr>
      <vt:lpstr>2. Byte Pair Encoding</vt:lpstr>
      <vt:lpstr>2. Data Sampling with a Sliding Window</vt:lpstr>
      <vt:lpstr>3. Data Sampling with a Sliding Window</vt:lpstr>
      <vt:lpstr>1. Dataset Class for Batched Inputs and Targets</vt:lpstr>
      <vt:lpstr>2. Dataset Class for Batched Inputs and Targets</vt:lpstr>
      <vt:lpstr>Dataloader Function</vt:lpstr>
      <vt:lpstr>Dataloaders with Different Strides and Context Sizes</vt:lpstr>
      <vt:lpstr>Creating Token Embeddings</vt:lpstr>
      <vt:lpstr>1. Encoding Word Positions</vt:lpstr>
      <vt:lpstr>2. Encoding Word Positions</vt:lpstr>
      <vt:lpstr>3. Encoding Word Positions</vt:lpstr>
      <vt:lpstr>Input Embedding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6143</dc:title>
  <dc:creator>Jim</dc:creator>
  <cp:lastModifiedBy>Jim Cooper</cp:lastModifiedBy>
  <cp:revision>544</cp:revision>
  <dcterms:created xsi:type="dcterms:W3CDTF">2010-01-05T18:25:55Z</dcterms:created>
  <dcterms:modified xsi:type="dcterms:W3CDTF">2025-09-22T00:22:29Z</dcterms:modified>
</cp:coreProperties>
</file>